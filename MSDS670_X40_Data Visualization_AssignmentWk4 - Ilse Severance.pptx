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1" r:id="rId4"/>
    <p:sldId id="262"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74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Owner\Downloads\shopping_behavior_updated%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Owner\Downloads\shopping_behavior_updated%20(1).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Owner\Downloads\shopping_behavior_updated%20(1).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Owner\Downloads\shopping_behavior_updated%20(1).xlsx" TargetMode="External"/><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Owner\Downloads\shopping_behavior_updated%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[shopping_behavior_updated (1).xlsx]CustomerCount-Gender!PivotTable10</c:name>
    <c:fmtId val="23"/>
  </c:pivotSource>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US"/>
              <a:t>Customer</a:t>
            </a:r>
            <a:r>
              <a:rPr lang="en-US" baseline="0"/>
              <a:t> Count by Gender</a:t>
            </a:r>
            <a:endParaRPr lang="en-US"/>
          </a:p>
        </c:rich>
      </c:tx>
      <c:layout>
        <c:manualLayout>
          <c:xMode val="edge"/>
          <c:yMode val="edge"/>
          <c:x val="0.28720233834407061"/>
          <c:y val="9.129537371708249E-2"/>
        </c:manualLayout>
      </c:layout>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3"/>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'CustomerCount-Gender'!$B$3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'CustomerCount-Gender'!$A$4:$A$5</c:f>
              <c:strCache>
                <c:ptCount val="2"/>
                <c:pt idx="0">
                  <c:v>Female</c:v>
                </c:pt>
                <c:pt idx="1">
                  <c:v>Male</c:v>
                </c:pt>
              </c:strCache>
            </c:strRef>
          </c:cat>
          <c:val>
            <c:numRef>
              <c:f>'CustomerCount-Gender'!$B$4:$B$5</c:f>
              <c:numCache>
                <c:formatCode>General</c:formatCode>
                <c:ptCount val="2"/>
                <c:pt idx="0">
                  <c:v>1248</c:v>
                </c:pt>
                <c:pt idx="1">
                  <c:v>2652</c:v>
                </c:pt>
              </c:numCache>
            </c:numRef>
          </c:val>
          <c:extLst>
            <c:ext xmlns:c16="http://schemas.microsoft.com/office/drawing/2014/chart" uri="{C3380CC4-5D6E-409C-BE32-E72D297353CC}">
              <c16:uniqueId val="{00000000-0031-4E26-B4B9-7A802F2BDB08}"/>
            </c:ext>
          </c:extLst>
        </c:ser>
        <c:dLbls>
          <c:dLblPos val="inEnd"/>
          <c:showLegendKey val="0"/>
          <c:showVal val="1"/>
          <c:showCatName val="0"/>
          <c:showSerName val="0"/>
          <c:showPercent val="0"/>
          <c:showBubbleSize val="0"/>
        </c:dLbls>
        <c:gapWidth val="269"/>
        <c:axId val="1079440272"/>
        <c:axId val="1079440752"/>
      </c:barChart>
      <c:catAx>
        <c:axId val="1079440272"/>
        <c:scaling>
          <c:orientation val="minMax"/>
        </c:scaling>
        <c:delete val="0"/>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Gender</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1079440752"/>
        <c:crosses val="autoZero"/>
        <c:auto val="1"/>
        <c:lblAlgn val="ctr"/>
        <c:lblOffset val="100"/>
        <c:noMultiLvlLbl val="0"/>
      </c:catAx>
      <c:valAx>
        <c:axId val="1079440752"/>
        <c:scaling>
          <c:orientation val="minMax"/>
        </c:scaling>
        <c:delete val="0"/>
        <c:axPos val="b"/>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Customer count</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9440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[shopping_behavior_updated (1).xlsx]FreqPurchases-Gender!PivotTable26</c:name>
    <c:fmtId val="8"/>
  </c:pivotSource>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Frequency of Purchases and Average Purchase Amount by Gender</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dLbl>
          <c:idx val="0"/>
          <c:showLegendKey val="0"/>
          <c:showVal val="1"/>
          <c:showCatName val="0"/>
          <c:showSerName val="0"/>
          <c:showPercent val="0"/>
          <c:showBubbleSize val="0"/>
          <c:extLst>
            <c:ext xmlns:c15="http://schemas.microsoft.com/office/drawing/2012/chart" uri="{CE6537A1-D6FC-4f65-9D91-7224C49458BB}"/>
          </c:extLst>
        </c:dLbl>
      </c:pivotFmt>
      <c:pivotFmt>
        <c:idx val="5"/>
        <c:dLbl>
          <c:idx val="0"/>
          <c:showLegendKey val="0"/>
          <c:showVal val="1"/>
          <c:showCatName val="0"/>
          <c:showSerName val="0"/>
          <c:showPercent val="0"/>
          <c:showBubbleSize val="0"/>
          <c:extLst>
            <c:ext xmlns:c15="http://schemas.microsoft.com/office/drawing/2012/chart" uri="{CE6537A1-D6FC-4f65-9D91-7224C49458BB}"/>
          </c:extLst>
        </c:dLbl>
      </c:pivotFmt>
      <c:pivotFmt>
        <c:idx val="6"/>
        <c:dLbl>
          <c:idx val="0"/>
          <c:showLegendKey val="0"/>
          <c:showVal val="1"/>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diamond"/>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square"/>
          <c:size val="6"/>
          <c:spPr>
            <a:solidFill>
              <a:schemeClr val="accent4"/>
            </a:solidFill>
            <a:ln w="9525">
              <a:solidFill>
                <a:schemeClr val="accent4"/>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'FreqPurchases-Gender'!$B$3:$B$4</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'FreqPurchases-Gender'!$A$5:$A$11</c:f>
              <c:strCache>
                <c:ptCount val="7"/>
                <c:pt idx="0">
                  <c:v>Bi-Weekly</c:v>
                </c:pt>
                <c:pt idx="1">
                  <c:v>Weekly</c:v>
                </c:pt>
                <c:pt idx="2">
                  <c:v>Fortnightly</c:v>
                </c:pt>
                <c:pt idx="3">
                  <c:v>Monthly</c:v>
                </c:pt>
                <c:pt idx="4">
                  <c:v>Every 3 Months</c:v>
                </c:pt>
                <c:pt idx="5">
                  <c:v>Quarterly</c:v>
                </c:pt>
                <c:pt idx="6">
                  <c:v>Annually</c:v>
                </c:pt>
              </c:strCache>
            </c:strRef>
          </c:cat>
          <c:val>
            <c:numRef>
              <c:f>'FreqPurchases-Gender'!$B$5:$B$11</c:f>
              <c:numCache>
                <c:formatCode>0.0</c:formatCode>
                <c:ptCount val="7"/>
                <c:pt idx="0">
                  <c:v>59.914893617021278</c:v>
                </c:pt>
                <c:pt idx="1">
                  <c:v>58.348837209302324</c:v>
                </c:pt>
                <c:pt idx="2">
                  <c:v>59.122699386503065</c:v>
                </c:pt>
                <c:pt idx="3">
                  <c:v>59.935135135135134</c:v>
                </c:pt>
                <c:pt idx="4">
                  <c:v>62.161290322580648</c:v>
                </c:pt>
                <c:pt idx="5">
                  <c:v>61.940828402366861</c:v>
                </c:pt>
                <c:pt idx="6">
                  <c:v>60.194594594594598</c:v>
                </c:pt>
              </c:numCache>
            </c:numRef>
          </c:val>
          <c:extLst>
            <c:ext xmlns:c16="http://schemas.microsoft.com/office/drawing/2014/chart" uri="{C3380CC4-5D6E-409C-BE32-E72D297353CC}">
              <c16:uniqueId val="{00000000-A1CC-436F-94D6-EDA4427E8CAB}"/>
            </c:ext>
          </c:extLst>
        </c:ser>
        <c:ser>
          <c:idx val="1"/>
          <c:order val="1"/>
          <c:tx>
            <c:strRef>
              <c:f>'FreqPurchases-Gender'!$C$3:$C$4</c:f>
              <c:strCache>
                <c:ptCount val="1"/>
                <c:pt idx="0">
                  <c:v>Male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1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'FreqPurchases-Gender'!$A$5:$A$11</c:f>
              <c:strCache>
                <c:ptCount val="7"/>
                <c:pt idx="0">
                  <c:v>Bi-Weekly</c:v>
                </c:pt>
                <c:pt idx="1">
                  <c:v>Weekly</c:v>
                </c:pt>
                <c:pt idx="2">
                  <c:v>Fortnightly</c:v>
                </c:pt>
                <c:pt idx="3">
                  <c:v>Monthly</c:v>
                </c:pt>
                <c:pt idx="4">
                  <c:v>Every 3 Months</c:v>
                </c:pt>
                <c:pt idx="5">
                  <c:v>Quarterly</c:v>
                </c:pt>
                <c:pt idx="6">
                  <c:v>Annually</c:v>
                </c:pt>
              </c:strCache>
            </c:strRef>
          </c:cat>
          <c:val>
            <c:numRef>
              <c:f>'FreqPurchases-Gender'!$C$5:$C$11</c:f>
              <c:numCache>
                <c:formatCode>0.0</c:formatCode>
                <c:ptCount val="7"/>
                <c:pt idx="0">
                  <c:v>61.103064066852369</c:v>
                </c:pt>
                <c:pt idx="1">
                  <c:v>59.264305177111716</c:v>
                </c:pt>
                <c:pt idx="2">
                  <c:v>59.023746701846967</c:v>
                </c:pt>
                <c:pt idx="3">
                  <c:v>59.027173913043477</c:v>
                </c:pt>
                <c:pt idx="4">
                  <c:v>59.110552763819094</c:v>
                </c:pt>
                <c:pt idx="5">
                  <c:v>59.14467005076142</c:v>
                </c:pt>
                <c:pt idx="6">
                  <c:v>60.162790697674417</c:v>
                </c:pt>
              </c:numCache>
            </c:numRef>
          </c:val>
          <c:extLst>
            <c:ext xmlns:c16="http://schemas.microsoft.com/office/drawing/2014/chart" uri="{C3380CC4-5D6E-409C-BE32-E72D297353CC}">
              <c16:uniqueId val="{00000001-A1CC-436F-94D6-EDA4427E8CAB}"/>
            </c:ext>
          </c:extLst>
        </c:ser>
        <c:dLbls>
          <c:dLblPos val="outEnd"/>
          <c:showLegendKey val="0"/>
          <c:showVal val="1"/>
          <c:showCatName val="0"/>
          <c:showSerName val="0"/>
          <c:showPercent val="0"/>
          <c:showBubbleSize val="0"/>
        </c:dLbls>
        <c:gapWidth val="444"/>
        <c:overlap val="-90"/>
        <c:axId val="1084406720"/>
        <c:axId val="1084404320"/>
      </c:barChart>
      <c:catAx>
        <c:axId val="10844067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dirty="0"/>
                  <a:t>Frequency</a:t>
                </a:r>
                <a:r>
                  <a:rPr lang="en-US" baseline="0" dirty="0"/>
                  <a:t> of purchases</a:t>
                </a:r>
                <a:endParaRPr lang="en-US" dirty="0"/>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084404320"/>
        <c:crosses val="autoZero"/>
        <c:auto val="1"/>
        <c:lblAlgn val="ctr"/>
        <c:lblOffset val="100"/>
        <c:noMultiLvlLbl val="0"/>
      </c:catAx>
      <c:valAx>
        <c:axId val="1084404320"/>
        <c:scaling>
          <c:orientation val="minMax"/>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dirty="0"/>
                  <a:t>Average</a:t>
                </a:r>
                <a:r>
                  <a:rPr lang="en-US" baseline="0" dirty="0"/>
                  <a:t> purchase amount</a:t>
                </a:r>
                <a:endParaRPr lang="en-US" dirty="0"/>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crossAx val="10844067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[shopping_behavior_updated (1).xlsx]Categories-Gender!PivotTable34</c:name>
    <c:fmtId val="11"/>
  </c:pivotSource>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dirty="0"/>
              <a:t>Average</a:t>
            </a:r>
            <a:r>
              <a:rPr lang="en-US" baseline="0" dirty="0"/>
              <a:t> purchase amount by category and gender </a:t>
            </a:r>
            <a:endParaRPr lang="en-US" dirty="0"/>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square"/>
          <c:size val="6"/>
          <c:spPr>
            <a:solidFill>
              <a:schemeClr val="accent4"/>
            </a:solidFill>
            <a:ln w="9525">
              <a:solidFill>
                <a:schemeClr val="accent4"/>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diamond"/>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'Categories-Gender'!$B$3:$B$4</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'Categories-Gender'!$A$5:$A$8</c:f>
              <c:strCache>
                <c:ptCount val="4"/>
                <c:pt idx="0">
                  <c:v>Accessories</c:v>
                </c:pt>
                <c:pt idx="1">
                  <c:v>Clothing</c:v>
                </c:pt>
                <c:pt idx="2">
                  <c:v>Footwear</c:v>
                </c:pt>
                <c:pt idx="3">
                  <c:v>Outerwear</c:v>
                </c:pt>
              </c:strCache>
            </c:strRef>
          </c:cat>
          <c:val>
            <c:numRef>
              <c:f>'Categories-Gender'!$B$5:$B$8</c:f>
              <c:numCache>
                <c:formatCode>0.0</c:formatCode>
                <c:ptCount val="4"/>
                <c:pt idx="0">
                  <c:v>60.762755102040813</c:v>
                </c:pt>
                <c:pt idx="1">
                  <c:v>60.49640287769784</c:v>
                </c:pt>
                <c:pt idx="2">
                  <c:v>59.472361809045225</c:v>
                </c:pt>
                <c:pt idx="3">
                  <c:v>58.425742574257427</c:v>
                </c:pt>
              </c:numCache>
            </c:numRef>
          </c:val>
          <c:extLst>
            <c:ext xmlns:c16="http://schemas.microsoft.com/office/drawing/2014/chart" uri="{C3380CC4-5D6E-409C-BE32-E72D297353CC}">
              <c16:uniqueId val="{00000000-EFD5-4277-AB03-64AE143B913D}"/>
            </c:ext>
          </c:extLst>
        </c:ser>
        <c:ser>
          <c:idx val="1"/>
          <c:order val="1"/>
          <c:tx>
            <c:strRef>
              <c:f>'Categories-Gender'!$C$3:$C$4</c:f>
              <c:strCache>
                <c:ptCount val="1"/>
                <c:pt idx="0">
                  <c:v>Male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'Categories-Gender'!$A$5:$A$8</c:f>
              <c:strCache>
                <c:ptCount val="4"/>
                <c:pt idx="0">
                  <c:v>Accessories</c:v>
                </c:pt>
                <c:pt idx="1">
                  <c:v>Clothing</c:v>
                </c:pt>
                <c:pt idx="2">
                  <c:v>Footwear</c:v>
                </c:pt>
                <c:pt idx="3">
                  <c:v>Outerwear</c:v>
                </c:pt>
              </c:strCache>
            </c:strRef>
          </c:cat>
          <c:val>
            <c:numRef>
              <c:f>'Categories-Gender'!$C$5:$C$8</c:f>
              <c:numCache>
                <c:formatCode>0.0</c:formatCode>
                <c:ptCount val="4"/>
                <c:pt idx="0">
                  <c:v>59.411556603773583</c:v>
                </c:pt>
                <c:pt idx="1">
                  <c:v>59.803556308213381</c:v>
                </c:pt>
                <c:pt idx="2">
                  <c:v>60.645000000000003</c:v>
                </c:pt>
                <c:pt idx="3">
                  <c:v>56.605381165919283</c:v>
                </c:pt>
              </c:numCache>
            </c:numRef>
          </c:val>
          <c:extLst>
            <c:ext xmlns:c16="http://schemas.microsoft.com/office/drawing/2014/chart" uri="{C3380CC4-5D6E-409C-BE32-E72D297353CC}">
              <c16:uniqueId val="{00000001-EFD5-4277-AB03-64AE143B913D}"/>
            </c:ext>
          </c:extLst>
        </c:ser>
        <c:dLbls>
          <c:dLblPos val="outEnd"/>
          <c:showLegendKey val="0"/>
          <c:showVal val="1"/>
          <c:showCatName val="0"/>
          <c:showSerName val="0"/>
          <c:showPercent val="0"/>
          <c:showBubbleSize val="0"/>
        </c:dLbls>
        <c:gapWidth val="444"/>
        <c:overlap val="-90"/>
        <c:axId val="857824575"/>
        <c:axId val="857823135"/>
      </c:barChart>
      <c:catAx>
        <c:axId val="85782457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category</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cap="all" spc="120" normalizeH="0" baseline="0">
                <a:solidFill>
                  <a:schemeClr val="tx1">
                    <a:lumMod val="65000"/>
                    <a:lumOff val="35000"/>
                  </a:schemeClr>
                </a:solidFill>
                <a:latin typeface="+mn-lt"/>
                <a:ea typeface="+mn-ea"/>
                <a:cs typeface="+mn-cs"/>
              </a:defRPr>
            </a:pPr>
            <a:endParaRPr lang="en-US"/>
          </a:p>
        </c:txPr>
        <c:crossAx val="857823135"/>
        <c:crosses val="autoZero"/>
        <c:auto val="1"/>
        <c:lblAlgn val="ctr"/>
        <c:lblOffset val="100"/>
        <c:noMultiLvlLbl val="0"/>
      </c:catAx>
      <c:valAx>
        <c:axId val="857823135"/>
        <c:scaling>
          <c:orientation val="minMax"/>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average</a:t>
                </a:r>
                <a:r>
                  <a:rPr lang="en-US" baseline="0"/>
                  <a:t> purchase amount</a:t>
                </a:r>
                <a:endParaRPr lang="en-US"/>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crossAx val="85782457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[shopping_behavior_updated (1).xlsx]Discount-Gender!PivotTable42</c:name>
    <c:fmtId val="7"/>
  </c:pivotSource>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r>
              <a:rPr lang="en-US" dirty="0"/>
              <a:t>Average of Purchase Amount by Discount Applied and Gender</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'Discount-Gender'!$B$3:$B$4</c:f>
              <c:strCache>
                <c:ptCount val="1"/>
                <c:pt idx="0">
                  <c:v>Female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'Discount-Gender'!$A$5:$A$6</c:f>
              <c:strCache>
                <c:ptCount val="2"/>
                <c:pt idx="0">
                  <c:v>No</c:v>
                </c:pt>
                <c:pt idx="1">
                  <c:v>Yes</c:v>
                </c:pt>
              </c:strCache>
            </c:strRef>
          </c:cat>
          <c:val>
            <c:numRef>
              <c:f>'Discount-Gender'!$B$5:$B$6</c:f>
              <c:numCache>
                <c:formatCode>General</c:formatCode>
                <c:ptCount val="2"/>
                <c:pt idx="0" formatCode="0.0">
                  <c:v>60.249198717948715</c:v>
                </c:pt>
              </c:numCache>
            </c:numRef>
          </c:val>
          <c:extLst>
            <c:ext xmlns:c16="http://schemas.microsoft.com/office/drawing/2014/chart" uri="{C3380CC4-5D6E-409C-BE32-E72D297353CC}">
              <c16:uniqueId val="{00000000-72F1-477E-A821-E3FF88293C0C}"/>
            </c:ext>
          </c:extLst>
        </c:ser>
        <c:ser>
          <c:idx val="1"/>
          <c:order val="1"/>
          <c:tx>
            <c:strRef>
              <c:f>'Discount-Gender'!$C$3:$C$4</c:f>
              <c:strCache>
                <c:ptCount val="1"/>
                <c:pt idx="0">
                  <c:v>Male</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'Discount-Gender'!$A$5:$A$6</c:f>
              <c:strCache>
                <c:ptCount val="2"/>
                <c:pt idx="0">
                  <c:v>No</c:v>
                </c:pt>
                <c:pt idx="1">
                  <c:v>Yes</c:v>
                </c:pt>
              </c:strCache>
            </c:strRef>
          </c:cat>
          <c:val>
            <c:numRef>
              <c:f>'Discount-Gender'!$C$5:$C$6</c:f>
              <c:numCache>
                <c:formatCode>0.0</c:formatCode>
                <c:ptCount val="2"/>
                <c:pt idx="0">
                  <c:v>59.978461538461538</c:v>
                </c:pt>
                <c:pt idx="1">
                  <c:v>59.279069767441861</c:v>
                </c:pt>
              </c:numCache>
            </c:numRef>
          </c:val>
          <c:extLst>
            <c:ext xmlns:c16="http://schemas.microsoft.com/office/drawing/2014/chart" uri="{C3380CC4-5D6E-409C-BE32-E72D297353CC}">
              <c16:uniqueId val="{00000001-72F1-477E-A821-E3FF88293C0C}"/>
            </c:ext>
          </c:extLst>
        </c:ser>
        <c:dLbls>
          <c:dLblPos val="outEnd"/>
          <c:showLegendKey val="0"/>
          <c:showVal val="1"/>
          <c:showCatName val="0"/>
          <c:showSerName val="0"/>
          <c:showPercent val="0"/>
          <c:showBubbleSize val="0"/>
        </c:dLbls>
        <c:gapWidth val="219"/>
        <c:overlap val="-27"/>
        <c:axId val="1129542256"/>
        <c:axId val="1309115792"/>
      </c:barChart>
      <c:catAx>
        <c:axId val="1129542256"/>
        <c:scaling>
          <c:orientation val="minMax"/>
        </c:scaling>
        <c:delete val="0"/>
        <c:axPos val="b"/>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a:t>Discount Applied</a:t>
                </a: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309115792"/>
        <c:crosses val="autoZero"/>
        <c:auto val="1"/>
        <c:lblAlgn val="ctr"/>
        <c:lblOffset val="100"/>
        <c:noMultiLvlLbl val="0"/>
      </c:catAx>
      <c:valAx>
        <c:axId val="13091157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dirty="0"/>
                  <a:t>Average of Purchase Amount</a:t>
                </a: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1295422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'shopping_behavior_updated (1)'!$C$2:$C$3901</cx:f>
        <cx:lvl ptCount="3900">
          <cx:pt idx="0">Male</cx:pt>
          <cx:pt idx="1">Male</cx:pt>
          <cx:pt idx="2">Male</cx:pt>
          <cx:pt idx="3">Male</cx:pt>
          <cx:pt idx="4">Male</cx:pt>
          <cx:pt idx="5">Male</cx:pt>
          <cx:pt idx="6">Male</cx:pt>
          <cx:pt idx="7">Male</cx:pt>
          <cx:pt idx="8">Male</cx:pt>
          <cx:pt idx="9">Male</cx:pt>
          <cx:pt idx="10">Male</cx:pt>
          <cx:pt idx="11">Male</cx:pt>
          <cx:pt idx="12">Male</cx:pt>
          <cx:pt idx="13">Male</cx:pt>
          <cx:pt idx="14">Male</cx:pt>
          <cx:pt idx="15">Male</cx:pt>
          <cx:pt idx="16">Male</cx:pt>
          <cx:pt idx="17">Male</cx:pt>
          <cx:pt idx="18">Male</cx:pt>
          <cx:pt idx="19">Male</cx:pt>
          <cx:pt idx="20">Male</cx:pt>
          <cx:pt idx="21">Male</cx:pt>
          <cx:pt idx="22">Male</cx:pt>
          <cx:pt idx="23">Male</cx:pt>
          <cx:pt idx="24">Male</cx:pt>
          <cx:pt idx="25">Male</cx:pt>
          <cx:pt idx="26">Male</cx:pt>
          <cx:pt idx="27">Male</cx:pt>
          <cx:pt idx="28">Male</cx:pt>
          <cx:pt idx="29">Male</cx:pt>
          <cx:pt idx="30">Male</cx:pt>
          <cx:pt idx="31">Male</cx:pt>
          <cx:pt idx="32">Male</cx:pt>
          <cx:pt idx="33">Male</cx:pt>
          <cx:pt idx="34">Male</cx:pt>
          <cx:pt idx="35">Male</cx:pt>
          <cx:pt idx="36">Male</cx:pt>
          <cx:pt idx="37">Male</cx:pt>
          <cx:pt idx="38">Male</cx:pt>
          <cx:pt idx="39">Male</cx:pt>
          <cx:pt idx="40">Male</cx:pt>
          <cx:pt idx="41">Male</cx:pt>
          <cx:pt idx="42">Male</cx:pt>
          <cx:pt idx="43">Male</cx:pt>
          <cx:pt idx="44">Male</cx:pt>
          <cx:pt idx="45">Male</cx:pt>
          <cx:pt idx="46">Male</cx:pt>
          <cx:pt idx="47">Male</cx:pt>
          <cx:pt idx="48">Male</cx:pt>
          <cx:pt idx="49">Male</cx:pt>
          <cx:pt idx="50">Male</cx:pt>
          <cx:pt idx="51">Male</cx:pt>
          <cx:pt idx="52">Male</cx:pt>
          <cx:pt idx="53">Male</cx:pt>
          <cx:pt idx="54">Male</cx:pt>
          <cx:pt idx="55">Male</cx:pt>
          <cx:pt idx="56">Male</cx:pt>
          <cx:pt idx="57">Male</cx:pt>
          <cx:pt idx="58">Male</cx:pt>
          <cx:pt idx="59">Male</cx:pt>
          <cx:pt idx="60">Male</cx:pt>
          <cx:pt idx="61">Male</cx:pt>
          <cx:pt idx="62">Male</cx:pt>
          <cx:pt idx="63">Male</cx:pt>
          <cx:pt idx="64">Male</cx:pt>
          <cx:pt idx="65">Male</cx:pt>
          <cx:pt idx="66">Male</cx:pt>
          <cx:pt idx="67">Male</cx:pt>
          <cx:pt idx="68">Male</cx:pt>
          <cx:pt idx="69">Male</cx:pt>
          <cx:pt idx="70">Male</cx:pt>
          <cx:pt idx="71">Male</cx:pt>
          <cx:pt idx="72">Male</cx:pt>
          <cx:pt idx="73">Male</cx:pt>
          <cx:pt idx="74">Male</cx:pt>
          <cx:pt idx="75">Male</cx:pt>
          <cx:pt idx="76">Male</cx:pt>
          <cx:pt idx="77">Male</cx:pt>
          <cx:pt idx="78">Male</cx:pt>
          <cx:pt idx="79">Male</cx:pt>
          <cx:pt idx="80">Male</cx:pt>
          <cx:pt idx="81">Male</cx:pt>
          <cx:pt idx="82">Male</cx:pt>
          <cx:pt idx="83">Male</cx:pt>
          <cx:pt idx="84">Male</cx:pt>
          <cx:pt idx="85">Male</cx:pt>
          <cx:pt idx="86">Male</cx:pt>
          <cx:pt idx="87">Male</cx:pt>
          <cx:pt idx="88">Male</cx:pt>
          <cx:pt idx="89">Male</cx:pt>
          <cx:pt idx="90">Male</cx:pt>
          <cx:pt idx="91">Male</cx:pt>
          <cx:pt idx="92">Male</cx:pt>
          <cx:pt idx="93">Male</cx:pt>
          <cx:pt idx="94">Male</cx:pt>
          <cx:pt idx="95">Male</cx:pt>
          <cx:pt idx="96">Male</cx:pt>
          <cx:pt idx="97">Male</cx:pt>
          <cx:pt idx="98">Male</cx:pt>
          <cx:pt idx="99">Male</cx:pt>
          <cx:pt idx="100">Male</cx:pt>
          <cx:pt idx="101">Male</cx:pt>
          <cx:pt idx="102">Male</cx:pt>
          <cx:pt idx="103">Male</cx:pt>
          <cx:pt idx="104">Male</cx:pt>
          <cx:pt idx="105">Male</cx:pt>
          <cx:pt idx="106">Male</cx:pt>
          <cx:pt idx="107">Male</cx:pt>
          <cx:pt idx="108">Male</cx:pt>
          <cx:pt idx="109">Male</cx:pt>
          <cx:pt idx="110">Male</cx:pt>
          <cx:pt idx="111">Male</cx:pt>
          <cx:pt idx="112">Male</cx:pt>
          <cx:pt idx="113">Male</cx:pt>
          <cx:pt idx="114">Male</cx:pt>
          <cx:pt idx="115">Male</cx:pt>
          <cx:pt idx="116">Male</cx:pt>
          <cx:pt idx="117">Male</cx:pt>
          <cx:pt idx="118">Male</cx:pt>
          <cx:pt idx="119">Male</cx:pt>
          <cx:pt idx="120">Male</cx:pt>
          <cx:pt idx="121">Male</cx:pt>
          <cx:pt idx="122">Male</cx:pt>
          <cx:pt idx="123">Male</cx:pt>
          <cx:pt idx="124">Male</cx:pt>
          <cx:pt idx="125">Male</cx:pt>
          <cx:pt idx="126">Male</cx:pt>
          <cx:pt idx="127">Male</cx:pt>
          <cx:pt idx="128">Male</cx:pt>
          <cx:pt idx="129">Male</cx:pt>
          <cx:pt idx="130">Male</cx:pt>
          <cx:pt idx="131">Male</cx:pt>
          <cx:pt idx="132">Male</cx:pt>
          <cx:pt idx="133">Male</cx:pt>
          <cx:pt idx="134">Male</cx:pt>
          <cx:pt idx="135">Male</cx:pt>
          <cx:pt idx="136">Male</cx:pt>
          <cx:pt idx="137">Male</cx:pt>
          <cx:pt idx="138">Male</cx:pt>
          <cx:pt idx="139">Male</cx:pt>
          <cx:pt idx="140">Male</cx:pt>
          <cx:pt idx="141">Male</cx:pt>
          <cx:pt idx="142">Male</cx:pt>
          <cx:pt idx="143">Male</cx:pt>
          <cx:pt idx="144">Male</cx:pt>
          <cx:pt idx="145">Male</cx:pt>
          <cx:pt idx="146">Male</cx:pt>
          <cx:pt idx="147">Male</cx:pt>
          <cx:pt idx="148">Male</cx:pt>
          <cx:pt idx="149">Male</cx:pt>
          <cx:pt idx="150">Male</cx:pt>
          <cx:pt idx="151">Male</cx:pt>
          <cx:pt idx="152">Male</cx:pt>
          <cx:pt idx="153">Male</cx:pt>
          <cx:pt idx="154">Male</cx:pt>
          <cx:pt idx="155">Male</cx:pt>
          <cx:pt idx="156">Male</cx:pt>
          <cx:pt idx="157">Male</cx:pt>
          <cx:pt idx="158">Male</cx:pt>
          <cx:pt idx="159">Male</cx:pt>
          <cx:pt idx="160">Male</cx:pt>
          <cx:pt idx="161">Male</cx:pt>
          <cx:pt idx="162">Male</cx:pt>
          <cx:pt idx="163">Male</cx:pt>
          <cx:pt idx="164">Male</cx:pt>
          <cx:pt idx="165">Male</cx:pt>
          <cx:pt idx="166">Male</cx:pt>
          <cx:pt idx="167">Male</cx:pt>
          <cx:pt idx="168">Male</cx:pt>
          <cx:pt idx="169">Male</cx:pt>
          <cx:pt idx="170">Male</cx:pt>
          <cx:pt idx="171">Male</cx:pt>
          <cx:pt idx="172">Male</cx:pt>
          <cx:pt idx="173">Male</cx:pt>
          <cx:pt idx="174">Male</cx:pt>
          <cx:pt idx="175">Male</cx:pt>
          <cx:pt idx="176">Male</cx:pt>
          <cx:pt idx="177">Male</cx:pt>
          <cx:pt idx="178">Male</cx:pt>
          <cx:pt idx="179">Male</cx:pt>
          <cx:pt idx="180">Male</cx:pt>
          <cx:pt idx="181">Male</cx:pt>
          <cx:pt idx="182">Male</cx:pt>
          <cx:pt idx="183">Male</cx:pt>
          <cx:pt idx="184">Male</cx:pt>
          <cx:pt idx="185">Male</cx:pt>
          <cx:pt idx="186">Male</cx:pt>
          <cx:pt idx="187">Male</cx:pt>
          <cx:pt idx="188">Male</cx:pt>
          <cx:pt idx="189">Male</cx:pt>
          <cx:pt idx="190">Male</cx:pt>
          <cx:pt idx="191">Male</cx:pt>
          <cx:pt idx="192">Male</cx:pt>
          <cx:pt idx="193">Male</cx:pt>
          <cx:pt idx="194">Male</cx:pt>
          <cx:pt idx="195">Male</cx:pt>
          <cx:pt idx="196">Male</cx:pt>
          <cx:pt idx="197">Male</cx:pt>
          <cx:pt idx="198">Male</cx:pt>
          <cx:pt idx="199">Male</cx:pt>
          <cx:pt idx="200">Male</cx:pt>
          <cx:pt idx="201">Male</cx:pt>
          <cx:pt idx="202">Male</cx:pt>
          <cx:pt idx="203">Male</cx:pt>
          <cx:pt idx="204">Male</cx:pt>
          <cx:pt idx="205">Male</cx:pt>
          <cx:pt idx="206">Male</cx:pt>
          <cx:pt idx="207">Male</cx:pt>
          <cx:pt idx="208">Male</cx:pt>
          <cx:pt idx="209">Male</cx:pt>
          <cx:pt idx="210">Male</cx:pt>
          <cx:pt idx="211">Male</cx:pt>
          <cx:pt idx="212">Male</cx:pt>
          <cx:pt idx="213">Male</cx:pt>
          <cx:pt idx="214">Male</cx:pt>
          <cx:pt idx="215">Male</cx:pt>
          <cx:pt idx="216">Male</cx:pt>
          <cx:pt idx="217">Male</cx:pt>
          <cx:pt idx="218">Male</cx:pt>
          <cx:pt idx="219">Male</cx:pt>
          <cx:pt idx="220">Male</cx:pt>
          <cx:pt idx="221">Male</cx:pt>
          <cx:pt idx="222">Male</cx:pt>
          <cx:pt idx="223">Male</cx:pt>
          <cx:pt idx="224">Male</cx:pt>
          <cx:pt idx="225">Male</cx:pt>
          <cx:pt idx="226">Male</cx:pt>
          <cx:pt idx="227">Male</cx:pt>
          <cx:pt idx="228">Male</cx:pt>
          <cx:pt idx="229">Male</cx:pt>
          <cx:pt idx="230">Male</cx:pt>
          <cx:pt idx="231">Male</cx:pt>
          <cx:pt idx="232">Male</cx:pt>
          <cx:pt idx="233">Male</cx:pt>
          <cx:pt idx="234">Male</cx:pt>
          <cx:pt idx="235">Male</cx:pt>
          <cx:pt idx="236">Male</cx:pt>
          <cx:pt idx="237">Male</cx:pt>
          <cx:pt idx="238">Male</cx:pt>
          <cx:pt idx="239">Male</cx:pt>
          <cx:pt idx="240">Male</cx:pt>
          <cx:pt idx="241">Male</cx:pt>
          <cx:pt idx="242">Male</cx:pt>
          <cx:pt idx="243">Male</cx:pt>
          <cx:pt idx="244">Male</cx:pt>
          <cx:pt idx="245">Male</cx:pt>
          <cx:pt idx="246">Male</cx:pt>
          <cx:pt idx="247">Male</cx:pt>
          <cx:pt idx="248">Male</cx:pt>
          <cx:pt idx="249">Male</cx:pt>
          <cx:pt idx="250">Male</cx:pt>
          <cx:pt idx="251">Male</cx:pt>
          <cx:pt idx="252">Male</cx:pt>
          <cx:pt idx="253">Male</cx:pt>
          <cx:pt idx="254">Male</cx:pt>
          <cx:pt idx="255">Male</cx:pt>
          <cx:pt idx="256">Male</cx:pt>
          <cx:pt idx="257">Male</cx:pt>
          <cx:pt idx="258">Male</cx:pt>
          <cx:pt idx="259">Male</cx:pt>
          <cx:pt idx="260">Male</cx:pt>
          <cx:pt idx="261">Male</cx:pt>
          <cx:pt idx="262">Male</cx:pt>
          <cx:pt idx="263">Male</cx:pt>
          <cx:pt idx="264">Male</cx:pt>
          <cx:pt idx="265">Male</cx:pt>
          <cx:pt idx="266">Male</cx:pt>
          <cx:pt idx="267">Male</cx:pt>
          <cx:pt idx="268">Male</cx:pt>
          <cx:pt idx="269">Male</cx:pt>
          <cx:pt idx="270">Male</cx:pt>
          <cx:pt idx="271">Male</cx:pt>
          <cx:pt idx="272">Male</cx:pt>
          <cx:pt idx="273">Male</cx:pt>
          <cx:pt idx="274">Male</cx:pt>
          <cx:pt idx="275">Male</cx:pt>
          <cx:pt idx="276">Male</cx:pt>
          <cx:pt idx="277">Male</cx:pt>
          <cx:pt idx="278">Male</cx:pt>
          <cx:pt idx="279">Male</cx:pt>
          <cx:pt idx="280">Male</cx:pt>
          <cx:pt idx="281">Male</cx:pt>
          <cx:pt idx="282">Male</cx:pt>
          <cx:pt idx="283">Male</cx:pt>
          <cx:pt idx="284">Male</cx:pt>
          <cx:pt idx="285">Male</cx:pt>
          <cx:pt idx="286">Male</cx:pt>
          <cx:pt idx="287">Male</cx:pt>
          <cx:pt idx="288">Male</cx:pt>
          <cx:pt idx="289">Male</cx:pt>
          <cx:pt idx="290">Male</cx:pt>
          <cx:pt idx="291">Male</cx:pt>
          <cx:pt idx="292">Male</cx:pt>
          <cx:pt idx="293">Male</cx:pt>
          <cx:pt idx="294">Male</cx:pt>
          <cx:pt idx="295">Male</cx:pt>
          <cx:pt idx="296">Male</cx:pt>
          <cx:pt idx="297">Male</cx:pt>
          <cx:pt idx="298">Male</cx:pt>
          <cx:pt idx="299">Male</cx:pt>
          <cx:pt idx="300">Male</cx:pt>
          <cx:pt idx="301">Male</cx:pt>
          <cx:pt idx="302">Male</cx:pt>
          <cx:pt idx="303">Male</cx:pt>
          <cx:pt idx="304">Male</cx:pt>
          <cx:pt idx="305">Male</cx:pt>
          <cx:pt idx="306">Male</cx:pt>
          <cx:pt idx="307">Male</cx:pt>
          <cx:pt idx="308">Male</cx:pt>
          <cx:pt idx="309">Male</cx:pt>
          <cx:pt idx="310">Male</cx:pt>
          <cx:pt idx="311">Male</cx:pt>
          <cx:pt idx="312">Male</cx:pt>
          <cx:pt idx="313">Male</cx:pt>
          <cx:pt idx="314">Male</cx:pt>
          <cx:pt idx="315">Male</cx:pt>
          <cx:pt idx="316">Male</cx:pt>
          <cx:pt idx="317">Male</cx:pt>
          <cx:pt idx="318">Male</cx:pt>
          <cx:pt idx="319">Male</cx:pt>
          <cx:pt idx="320">Male</cx:pt>
          <cx:pt idx="321">Male</cx:pt>
          <cx:pt idx="322">Male</cx:pt>
          <cx:pt idx="323">Male</cx:pt>
          <cx:pt idx="324">Male</cx:pt>
          <cx:pt idx="325">Male</cx:pt>
          <cx:pt idx="326">Male</cx:pt>
          <cx:pt idx="327">Male</cx:pt>
          <cx:pt idx="328">Male</cx:pt>
          <cx:pt idx="329">Male</cx:pt>
          <cx:pt idx="330">Male</cx:pt>
          <cx:pt idx="331">Male</cx:pt>
          <cx:pt idx="332">Male</cx:pt>
          <cx:pt idx="333">Male</cx:pt>
          <cx:pt idx="334">Male</cx:pt>
          <cx:pt idx="335">Male</cx:pt>
          <cx:pt idx="336">Male</cx:pt>
          <cx:pt idx="337">Male</cx:pt>
          <cx:pt idx="338">Male</cx:pt>
          <cx:pt idx="339">Male</cx:pt>
          <cx:pt idx="340">Male</cx:pt>
          <cx:pt idx="341">Male</cx:pt>
          <cx:pt idx="342">Male</cx:pt>
          <cx:pt idx="343">Male</cx:pt>
          <cx:pt idx="344">Male</cx:pt>
          <cx:pt idx="345">Male</cx:pt>
          <cx:pt idx="346">Male</cx:pt>
          <cx:pt idx="347">Male</cx:pt>
          <cx:pt idx="348">Male</cx:pt>
          <cx:pt idx="349">Male</cx:pt>
          <cx:pt idx="350">Male</cx:pt>
          <cx:pt idx="351">Male</cx:pt>
          <cx:pt idx="352">Male</cx:pt>
          <cx:pt idx="353">Male</cx:pt>
          <cx:pt idx="354">Male</cx:pt>
          <cx:pt idx="355">Male</cx:pt>
          <cx:pt idx="356">Male</cx:pt>
          <cx:pt idx="357">Male</cx:pt>
          <cx:pt idx="358">Male</cx:pt>
          <cx:pt idx="359">Male</cx:pt>
          <cx:pt idx="360">Male</cx:pt>
          <cx:pt idx="361">Male</cx:pt>
          <cx:pt idx="362">Male</cx:pt>
          <cx:pt idx="363">Male</cx:pt>
          <cx:pt idx="364">Male</cx:pt>
          <cx:pt idx="365">Male</cx:pt>
          <cx:pt idx="366">Male</cx:pt>
          <cx:pt idx="367">Male</cx:pt>
          <cx:pt idx="368">Male</cx:pt>
          <cx:pt idx="369">Male</cx:pt>
          <cx:pt idx="370">Male</cx:pt>
          <cx:pt idx="371">Male</cx:pt>
          <cx:pt idx="372">Male</cx:pt>
          <cx:pt idx="373">Male</cx:pt>
          <cx:pt idx="374">Male</cx:pt>
          <cx:pt idx="375">Male</cx:pt>
          <cx:pt idx="376">Male</cx:pt>
          <cx:pt idx="377">Male</cx:pt>
          <cx:pt idx="378">Male</cx:pt>
          <cx:pt idx="379">Male</cx:pt>
          <cx:pt idx="380">Male</cx:pt>
          <cx:pt idx="381">Male</cx:pt>
          <cx:pt idx="382">Male</cx:pt>
          <cx:pt idx="383">Male</cx:pt>
          <cx:pt idx="384">Male</cx:pt>
          <cx:pt idx="385">Male</cx:pt>
          <cx:pt idx="386">Male</cx:pt>
          <cx:pt idx="387">Male</cx:pt>
          <cx:pt idx="388">Male</cx:pt>
          <cx:pt idx="389">Male</cx:pt>
          <cx:pt idx="390">Male</cx:pt>
          <cx:pt idx="391">Male</cx:pt>
          <cx:pt idx="392">Male</cx:pt>
          <cx:pt idx="393">Male</cx:pt>
          <cx:pt idx="394">Male</cx:pt>
          <cx:pt idx="395">Male</cx:pt>
          <cx:pt idx="396">Male</cx:pt>
          <cx:pt idx="397">Male</cx:pt>
          <cx:pt idx="398">Male</cx:pt>
          <cx:pt idx="399">Male</cx:pt>
          <cx:pt idx="400">Male</cx:pt>
          <cx:pt idx="401">Male</cx:pt>
          <cx:pt idx="402">Male</cx:pt>
          <cx:pt idx="403">Male</cx:pt>
          <cx:pt idx="404">Male</cx:pt>
          <cx:pt idx="405">Male</cx:pt>
          <cx:pt idx="406">Male</cx:pt>
          <cx:pt idx="407">Male</cx:pt>
          <cx:pt idx="408">Male</cx:pt>
          <cx:pt idx="409">Male</cx:pt>
          <cx:pt idx="410">Male</cx:pt>
          <cx:pt idx="411">Male</cx:pt>
          <cx:pt idx="412">Male</cx:pt>
          <cx:pt idx="413">Male</cx:pt>
          <cx:pt idx="414">Male</cx:pt>
          <cx:pt idx="415">Male</cx:pt>
          <cx:pt idx="416">Male</cx:pt>
          <cx:pt idx="417">Male</cx:pt>
          <cx:pt idx="418">Male</cx:pt>
          <cx:pt idx="419">Male</cx:pt>
          <cx:pt idx="420">Male</cx:pt>
          <cx:pt idx="421">Male</cx:pt>
          <cx:pt idx="422">Male</cx:pt>
          <cx:pt idx="423">Male</cx:pt>
          <cx:pt idx="424">Male</cx:pt>
          <cx:pt idx="425">Male</cx:pt>
          <cx:pt idx="426">Male</cx:pt>
          <cx:pt idx="427">Male</cx:pt>
          <cx:pt idx="428">Male</cx:pt>
          <cx:pt idx="429">Male</cx:pt>
          <cx:pt idx="430">Male</cx:pt>
          <cx:pt idx="431">Male</cx:pt>
          <cx:pt idx="432">Male</cx:pt>
          <cx:pt idx="433">Male</cx:pt>
          <cx:pt idx="434">Male</cx:pt>
          <cx:pt idx="435">Male</cx:pt>
          <cx:pt idx="436">Male</cx:pt>
          <cx:pt idx="437">Male</cx:pt>
          <cx:pt idx="438">Male</cx:pt>
          <cx:pt idx="439">Male</cx:pt>
          <cx:pt idx="440">Male</cx:pt>
          <cx:pt idx="441">Male</cx:pt>
          <cx:pt idx="442">Male</cx:pt>
          <cx:pt idx="443">Male</cx:pt>
          <cx:pt idx="444">Male</cx:pt>
          <cx:pt idx="445">Male</cx:pt>
          <cx:pt idx="446">Male</cx:pt>
          <cx:pt idx="447">Male</cx:pt>
          <cx:pt idx="448">Male</cx:pt>
          <cx:pt idx="449">Male</cx:pt>
          <cx:pt idx="450">Male</cx:pt>
          <cx:pt idx="451">Male</cx:pt>
          <cx:pt idx="452">Male</cx:pt>
          <cx:pt idx="453">Male</cx:pt>
          <cx:pt idx="454">Male</cx:pt>
          <cx:pt idx="455">Male</cx:pt>
          <cx:pt idx="456">Male</cx:pt>
          <cx:pt idx="457">Male</cx:pt>
          <cx:pt idx="458">Male</cx:pt>
          <cx:pt idx="459">Male</cx:pt>
          <cx:pt idx="460">Male</cx:pt>
          <cx:pt idx="461">Male</cx:pt>
          <cx:pt idx="462">Male</cx:pt>
          <cx:pt idx="463">Male</cx:pt>
          <cx:pt idx="464">Male</cx:pt>
          <cx:pt idx="465">Male</cx:pt>
          <cx:pt idx="466">Male</cx:pt>
          <cx:pt idx="467">Male</cx:pt>
          <cx:pt idx="468">Male</cx:pt>
          <cx:pt idx="469">Male</cx:pt>
          <cx:pt idx="470">Male</cx:pt>
          <cx:pt idx="471">Male</cx:pt>
          <cx:pt idx="472">Male</cx:pt>
          <cx:pt idx="473">Male</cx:pt>
          <cx:pt idx="474">Male</cx:pt>
          <cx:pt idx="475">Male</cx:pt>
          <cx:pt idx="476">Male</cx:pt>
          <cx:pt idx="477">Male</cx:pt>
          <cx:pt idx="478">Male</cx:pt>
          <cx:pt idx="479">Male</cx:pt>
          <cx:pt idx="480">Male</cx:pt>
          <cx:pt idx="481">Male</cx:pt>
          <cx:pt idx="482">Male</cx:pt>
          <cx:pt idx="483">Male</cx:pt>
          <cx:pt idx="484">Male</cx:pt>
          <cx:pt idx="485">Male</cx:pt>
          <cx:pt idx="486">Male</cx:pt>
          <cx:pt idx="487">Male</cx:pt>
          <cx:pt idx="488">Male</cx:pt>
          <cx:pt idx="489">Male</cx:pt>
          <cx:pt idx="490">Male</cx:pt>
          <cx:pt idx="491">Male</cx:pt>
          <cx:pt idx="492">Male</cx:pt>
          <cx:pt idx="493">Male</cx:pt>
          <cx:pt idx="494">Male</cx:pt>
          <cx:pt idx="495">Male</cx:pt>
          <cx:pt idx="496">Male</cx:pt>
          <cx:pt idx="497">Male</cx:pt>
          <cx:pt idx="498">Male</cx:pt>
          <cx:pt idx="499">Male</cx:pt>
          <cx:pt idx="500">Male</cx:pt>
          <cx:pt idx="501">Male</cx:pt>
          <cx:pt idx="502">Male</cx:pt>
          <cx:pt idx="503">Male</cx:pt>
          <cx:pt idx="504">Male</cx:pt>
          <cx:pt idx="505">Male</cx:pt>
          <cx:pt idx="506">Male</cx:pt>
          <cx:pt idx="507">Male</cx:pt>
          <cx:pt idx="508">Male</cx:pt>
          <cx:pt idx="509">Male</cx:pt>
          <cx:pt idx="510">Male</cx:pt>
          <cx:pt idx="511">Male</cx:pt>
          <cx:pt idx="512">Male</cx:pt>
          <cx:pt idx="513">Male</cx:pt>
          <cx:pt idx="514">Male</cx:pt>
          <cx:pt idx="515">Male</cx:pt>
          <cx:pt idx="516">Male</cx:pt>
          <cx:pt idx="517">Male</cx:pt>
          <cx:pt idx="518">Male</cx:pt>
          <cx:pt idx="519">Male</cx:pt>
          <cx:pt idx="520">Male</cx:pt>
          <cx:pt idx="521">Male</cx:pt>
          <cx:pt idx="522">Male</cx:pt>
          <cx:pt idx="523">Male</cx:pt>
          <cx:pt idx="524">Male</cx:pt>
          <cx:pt idx="525">Male</cx:pt>
          <cx:pt idx="526">Male</cx:pt>
          <cx:pt idx="527">Male</cx:pt>
          <cx:pt idx="528">Male</cx:pt>
          <cx:pt idx="529">Male</cx:pt>
          <cx:pt idx="530">Male</cx:pt>
          <cx:pt idx="531">Male</cx:pt>
          <cx:pt idx="532">Male</cx:pt>
          <cx:pt idx="533">Male</cx:pt>
          <cx:pt idx="534">Male</cx:pt>
          <cx:pt idx="535">Male</cx:pt>
          <cx:pt idx="536">Male</cx:pt>
          <cx:pt idx="537">Male</cx:pt>
          <cx:pt idx="538">Male</cx:pt>
          <cx:pt idx="539">Male</cx:pt>
          <cx:pt idx="540">Male</cx:pt>
          <cx:pt idx="541">Male</cx:pt>
          <cx:pt idx="542">Male</cx:pt>
          <cx:pt idx="543">Male</cx:pt>
          <cx:pt idx="544">Male</cx:pt>
          <cx:pt idx="545">Male</cx:pt>
          <cx:pt idx="546">Male</cx:pt>
          <cx:pt idx="547">Male</cx:pt>
          <cx:pt idx="548">Male</cx:pt>
          <cx:pt idx="549">Male</cx:pt>
          <cx:pt idx="550">Male</cx:pt>
          <cx:pt idx="551">Male</cx:pt>
          <cx:pt idx="552">Male</cx:pt>
          <cx:pt idx="553">Male</cx:pt>
          <cx:pt idx="554">Male</cx:pt>
          <cx:pt idx="555">Male</cx:pt>
          <cx:pt idx="556">Male</cx:pt>
          <cx:pt idx="557">Male</cx:pt>
          <cx:pt idx="558">Male</cx:pt>
          <cx:pt idx="559">Male</cx:pt>
          <cx:pt idx="560">Male</cx:pt>
          <cx:pt idx="561">Male</cx:pt>
          <cx:pt idx="562">Male</cx:pt>
          <cx:pt idx="563">Male</cx:pt>
          <cx:pt idx="564">Male</cx:pt>
          <cx:pt idx="565">Male</cx:pt>
          <cx:pt idx="566">Male</cx:pt>
          <cx:pt idx="567">Male</cx:pt>
          <cx:pt idx="568">Male</cx:pt>
          <cx:pt idx="569">Male</cx:pt>
          <cx:pt idx="570">Male</cx:pt>
          <cx:pt idx="571">Male</cx:pt>
          <cx:pt idx="572">Male</cx:pt>
          <cx:pt idx="573">Male</cx:pt>
          <cx:pt idx="574">Male</cx:pt>
          <cx:pt idx="575">Male</cx:pt>
          <cx:pt idx="576">Male</cx:pt>
          <cx:pt idx="577">Male</cx:pt>
          <cx:pt idx="578">Male</cx:pt>
          <cx:pt idx="579">Male</cx:pt>
          <cx:pt idx="580">Male</cx:pt>
          <cx:pt idx="581">Male</cx:pt>
          <cx:pt idx="582">Male</cx:pt>
          <cx:pt idx="583">Male</cx:pt>
          <cx:pt idx="584">Male</cx:pt>
          <cx:pt idx="585">Male</cx:pt>
          <cx:pt idx="586">Male</cx:pt>
          <cx:pt idx="587">Male</cx:pt>
          <cx:pt idx="588">Male</cx:pt>
          <cx:pt idx="589">Male</cx:pt>
          <cx:pt idx="590">Male</cx:pt>
          <cx:pt idx="591">Male</cx:pt>
          <cx:pt idx="592">Male</cx:pt>
          <cx:pt idx="593">Male</cx:pt>
          <cx:pt idx="594">Male</cx:pt>
          <cx:pt idx="595">Male</cx:pt>
          <cx:pt idx="596">Male</cx:pt>
          <cx:pt idx="597">Male</cx:pt>
          <cx:pt idx="598">Male</cx:pt>
          <cx:pt idx="599">Male</cx:pt>
          <cx:pt idx="600">Male</cx:pt>
          <cx:pt idx="601">Male</cx:pt>
          <cx:pt idx="602">Male</cx:pt>
          <cx:pt idx="603">Male</cx:pt>
          <cx:pt idx="604">Male</cx:pt>
          <cx:pt idx="605">Male</cx:pt>
          <cx:pt idx="606">Male</cx:pt>
          <cx:pt idx="607">Male</cx:pt>
          <cx:pt idx="608">Male</cx:pt>
          <cx:pt idx="609">Male</cx:pt>
          <cx:pt idx="610">Male</cx:pt>
          <cx:pt idx="611">Male</cx:pt>
          <cx:pt idx="612">Male</cx:pt>
          <cx:pt idx="613">Male</cx:pt>
          <cx:pt idx="614">Male</cx:pt>
          <cx:pt idx="615">Male</cx:pt>
          <cx:pt idx="616">Male</cx:pt>
          <cx:pt idx="617">Male</cx:pt>
          <cx:pt idx="618">Male</cx:pt>
          <cx:pt idx="619">Male</cx:pt>
          <cx:pt idx="620">Male</cx:pt>
          <cx:pt idx="621">Male</cx:pt>
          <cx:pt idx="622">Male</cx:pt>
          <cx:pt idx="623">Male</cx:pt>
          <cx:pt idx="624">Male</cx:pt>
          <cx:pt idx="625">Male</cx:pt>
          <cx:pt idx="626">Male</cx:pt>
          <cx:pt idx="627">Male</cx:pt>
          <cx:pt idx="628">Male</cx:pt>
          <cx:pt idx="629">Male</cx:pt>
          <cx:pt idx="630">Male</cx:pt>
          <cx:pt idx="631">Male</cx:pt>
          <cx:pt idx="632">Male</cx:pt>
          <cx:pt idx="633">Male</cx:pt>
          <cx:pt idx="634">Male</cx:pt>
          <cx:pt idx="635">Male</cx:pt>
          <cx:pt idx="636">Male</cx:pt>
          <cx:pt idx="637">Male</cx:pt>
          <cx:pt idx="638">Male</cx:pt>
          <cx:pt idx="639">Male</cx:pt>
          <cx:pt idx="640">Male</cx:pt>
          <cx:pt idx="641">Male</cx:pt>
          <cx:pt idx="642">Male</cx:pt>
          <cx:pt idx="643">Male</cx:pt>
          <cx:pt idx="644">Male</cx:pt>
          <cx:pt idx="645">Male</cx:pt>
          <cx:pt idx="646">Male</cx:pt>
          <cx:pt idx="647">Male</cx:pt>
          <cx:pt idx="648">Male</cx:pt>
          <cx:pt idx="649">Male</cx:pt>
          <cx:pt idx="650">Male</cx:pt>
          <cx:pt idx="651">Male</cx:pt>
          <cx:pt idx="652">Male</cx:pt>
          <cx:pt idx="653">Male</cx:pt>
          <cx:pt idx="654">Male</cx:pt>
          <cx:pt idx="655">Male</cx:pt>
          <cx:pt idx="656">Male</cx:pt>
          <cx:pt idx="657">Male</cx:pt>
          <cx:pt idx="658">Male</cx:pt>
          <cx:pt idx="659">Male</cx:pt>
          <cx:pt idx="660">Male</cx:pt>
          <cx:pt idx="661">Male</cx:pt>
          <cx:pt idx="662">Male</cx:pt>
          <cx:pt idx="663">Male</cx:pt>
          <cx:pt idx="664">Male</cx:pt>
          <cx:pt idx="665">Male</cx:pt>
          <cx:pt idx="666">Male</cx:pt>
          <cx:pt idx="667">Male</cx:pt>
          <cx:pt idx="668">Male</cx:pt>
          <cx:pt idx="669">Male</cx:pt>
          <cx:pt idx="670">Male</cx:pt>
          <cx:pt idx="671">Male</cx:pt>
          <cx:pt idx="672">Male</cx:pt>
          <cx:pt idx="673">Male</cx:pt>
          <cx:pt idx="674">Male</cx:pt>
          <cx:pt idx="675">Male</cx:pt>
          <cx:pt idx="676">Male</cx:pt>
          <cx:pt idx="677">Male</cx:pt>
          <cx:pt idx="678">Male</cx:pt>
          <cx:pt idx="679">Male</cx:pt>
          <cx:pt idx="680">Male</cx:pt>
          <cx:pt idx="681">Male</cx:pt>
          <cx:pt idx="682">Male</cx:pt>
          <cx:pt idx="683">Male</cx:pt>
          <cx:pt idx="684">Male</cx:pt>
          <cx:pt idx="685">Male</cx:pt>
          <cx:pt idx="686">Male</cx:pt>
          <cx:pt idx="687">Male</cx:pt>
          <cx:pt idx="688">Male</cx:pt>
          <cx:pt idx="689">Male</cx:pt>
          <cx:pt idx="690">Male</cx:pt>
          <cx:pt idx="691">Male</cx:pt>
          <cx:pt idx="692">Male</cx:pt>
          <cx:pt idx="693">Male</cx:pt>
          <cx:pt idx="694">Male</cx:pt>
          <cx:pt idx="695">Male</cx:pt>
          <cx:pt idx="696">Male</cx:pt>
          <cx:pt idx="697">Male</cx:pt>
          <cx:pt idx="698">Male</cx:pt>
          <cx:pt idx="699">Male</cx:pt>
          <cx:pt idx="700">Male</cx:pt>
          <cx:pt idx="701">Male</cx:pt>
          <cx:pt idx="702">Male</cx:pt>
          <cx:pt idx="703">Male</cx:pt>
          <cx:pt idx="704">Male</cx:pt>
          <cx:pt idx="705">Male</cx:pt>
          <cx:pt idx="706">Male</cx:pt>
          <cx:pt idx="707">Male</cx:pt>
          <cx:pt idx="708">Male</cx:pt>
          <cx:pt idx="709">Male</cx:pt>
          <cx:pt idx="710">Male</cx:pt>
          <cx:pt idx="711">Male</cx:pt>
          <cx:pt idx="712">Male</cx:pt>
          <cx:pt idx="713">Male</cx:pt>
          <cx:pt idx="714">Male</cx:pt>
          <cx:pt idx="715">Male</cx:pt>
          <cx:pt idx="716">Male</cx:pt>
          <cx:pt idx="717">Male</cx:pt>
          <cx:pt idx="718">Male</cx:pt>
          <cx:pt idx="719">Male</cx:pt>
          <cx:pt idx="720">Male</cx:pt>
          <cx:pt idx="721">Male</cx:pt>
          <cx:pt idx="722">Male</cx:pt>
          <cx:pt idx="723">Male</cx:pt>
          <cx:pt idx="724">Male</cx:pt>
          <cx:pt idx="725">Male</cx:pt>
          <cx:pt idx="726">Male</cx:pt>
          <cx:pt idx="727">Male</cx:pt>
          <cx:pt idx="728">Male</cx:pt>
          <cx:pt idx="729">Male</cx:pt>
          <cx:pt idx="730">Male</cx:pt>
          <cx:pt idx="731">Male</cx:pt>
          <cx:pt idx="732">Male</cx:pt>
          <cx:pt idx="733">Male</cx:pt>
          <cx:pt idx="734">Male</cx:pt>
          <cx:pt idx="735">Male</cx:pt>
          <cx:pt idx="736">Male</cx:pt>
          <cx:pt idx="737">Male</cx:pt>
          <cx:pt idx="738">Male</cx:pt>
          <cx:pt idx="739">Male</cx:pt>
          <cx:pt idx="740">Male</cx:pt>
          <cx:pt idx="741">Male</cx:pt>
          <cx:pt idx="742">Male</cx:pt>
          <cx:pt idx="743">Male</cx:pt>
          <cx:pt idx="744">Male</cx:pt>
          <cx:pt idx="745">Male</cx:pt>
          <cx:pt idx="746">Male</cx:pt>
          <cx:pt idx="747">Male</cx:pt>
          <cx:pt idx="748">Male</cx:pt>
          <cx:pt idx="749">Male</cx:pt>
          <cx:pt idx="750">Male</cx:pt>
          <cx:pt idx="751">Male</cx:pt>
          <cx:pt idx="752">Male</cx:pt>
          <cx:pt idx="753">Male</cx:pt>
          <cx:pt idx="754">Male</cx:pt>
          <cx:pt idx="755">Male</cx:pt>
          <cx:pt idx="756">Male</cx:pt>
          <cx:pt idx="757">Male</cx:pt>
          <cx:pt idx="758">Male</cx:pt>
          <cx:pt idx="759">Male</cx:pt>
          <cx:pt idx="760">Male</cx:pt>
          <cx:pt idx="761">Male</cx:pt>
          <cx:pt idx="762">Male</cx:pt>
          <cx:pt idx="763">Male</cx:pt>
          <cx:pt idx="764">Male</cx:pt>
          <cx:pt idx="765">Male</cx:pt>
          <cx:pt idx="766">Male</cx:pt>
          <cx:pt idx="767">Male</cx:pt>
          <cx:pt idx="768">Male</cx:pt>
          <cx:pt idx="769">Male</cx:pt>
          <cx:pt idx="770">Male</cx:pt>
          <cx:pt idx="771">Male</cx:pt>
          <cx:pt idx="772">Male</cx:pt>
          <cx:pt idx="773">Male</cx:pt>
          <cx:pt idx="774">Male</cx:pt>
          <cx:pt idx="775">Male</cx:pt>
          <cx:pt idx="776">Male</cx:pt>
          <cx:pt idx="777">Male</cx:pt>
          <cx:pt idx="778">Male</cx:pt>
          <cx:pt idx="779">Male</cx:pt>
          <cx:pt idx="780">Male</cx:pt>
          <cx:pt idx="781">Male</cx:pt>
          <cx:pt idx="782">Male</cx:pt>
          <cx:pt idx="783">Male</cx:pt>
          <cx:pt idx="784">Male</cx:pt>
          <cx:pt idx="785">Male</cx:pt>
          <cx:pt idx="786">Male</cx:pt>
          <cx:pt idx="787">Male</cx:pt>
          <cx:pt idx="788">Male</cx:pt>
          <cx:pt idx="789">Male</cx:pt>
          <cx:pt idx="790">Male</cx:pt>
          <cx:pt idx="791">Male</cx:pt>
          <cx:pt idx="792">Male</cx:pt>
          <cx:pt idx="793">Male</cx:pt>
          <cx:pt idx="794">Male</cx:pt>
          <cx:pt idx="795">Male</cx:pt>
          <cx:pt idx="796">Male</cx:pt>
          <cx:pt idx="797">Male</cx:pt>
          <cx:pt idx="798">Male</cx:pt>
          <cx:pt idx="799">Male</cx:pt>
          <cx:pt idx="800">Male</cx:pt>
          <cx:pt idx="801">Male</cx:pt>
          <cx:pt idx="802">Male</cx:pt>
          <cx:pt idx="803">Male</cx:pt>
          <cx:pt idx="804">Male</cx:pt>
          <cx:pt idx="805">Male</cx:pt>
          <cx:pt idx="806">Male</cx:pt>
          <cx:pt idx="807">Male</cx:pt>
          <cx:pt idx="808">Male</cx:pt>
          <cx:pt idx="809">Male</cx:pt>
          <cx:pt idx="810">Male</cx:pt>
          <cx:pt idx="811">Male</cx:pt>
          <cx:pt idx="812">Male</cx:pt>
          <cx:pt idx="813">Male</cx:pt>
          <cx:pt idx="814">Male</cx:pt>
          <cx:pt idx="815">Male</cx:pt>
          <cx:pt idx="816">Male</cx:pt>
          <cx:pt idx="817">Male</cx:pt>
          <cx:pt idx="818">Male</cx:pt>
          <cx:pt idx="819">Male</cx:pt>
          <cx:pt idx="820">Male</cx:pt>
          <cx:pt idx="821">Male</cx:pt>
          <cx:pt idx="822">Male</cx:pt>
          <cx:pt idx="823">Male</cx:pt>
          <cx:pt idx="824">Male</cx:pt>
          <cx:pt idx="825">Male</cx:pt>
          <cx:pt idx="826">Male</cx:pt>
          <cx:pt idx="827">Male</cx:pt>
          <cx:pt idx="828">Male</cx:pt>
          <cx:pt idx="829">Male</cx:pt>
          <cx:pt idx="830">Male</cx:pt>
          <cx:pt idx="831">Male</cx:pt>
          <cx:pt idx="832">Male</cx:pt>
          <cx:pt idx="833">Male</cx:pt>
          <cx:pt idx="834">Male</cx:pt>
          <cx:pt idx="835">Male</cx:pt>
          <cx:pt idx="836">Male</cx:pt>
          <cx:pt idx="837">Male</cx:pt>
          <cx:pt idx="838">Male</cx:pt>
          <cx:pt idx="839">Male</cx:pt>
          <cx:pt idx="840">Male</cx:pt>
          <cx:pt idx="841">Male</cx:pt>
          <cx:pt idx="842">Male</cx:pt>
          <cx:pt idx="843">Male</cx:pt>
          <cx:pt idx="844">Male</cx:pt>
          <cx:pt idx="845">Male</cx:pt>
          <cx:pt idx="846">Male</cx:pt>
          <cx:pt idx="847">Male</cx:pt>
          <cx:pt idx="848">Male</cx:pt>
          <cx:pt idx="849">Male</cx:pt>
          <cx:pt idx="850">Male</cx:pt>
          <cx:pt idx="851">Male</cx:pt>
          <cx:pt idx="852">Male</cx:pt>
          <cx:pt idx="853">Male</cx:pt>
          <cx:pt idx="854">Male</cx:pt>
          <cx:pt idx="855">Male</cx:pt>
          <cx:pt idx="856">Male</cx:pt>
          <cx:pt idx="857">Male</cx:pt>
          <cx:pt idx="858">Male</cx:pt>
          <cx:pt idx="859">Male</cx:pt>
          <cx:pt idx="860">Male</cx:pt>
          <cx:pt idx="861">Male</cx:pt>
          <cx:pt idx="862">Male</cx:pt>
          <cx:pt idx="863">Male</cx:pt>
          <cx:pt idx="864">Male</cx:pt>
          <cx:pt idx="865">Male</cx:pt>
          <cx:pt idx="866">Male</cx:pt>
          <cx:pt idx="867">Male</cx:pt>
          <cx:pt idx="868">Male</cx:pt>
          <cx:pt idx="869">Male</cx:pt>
          <cx:pt idx="870">Male</cx:pt>
          <cx:pt idx="871">Male</cx:pt>
          <cx:pt idx="872">Male</cx:pt>
          <cx:pt idx="873">Male</cx:pt>
          <cx:pt idx="874">Male</cx:pt>
          <cx:pt idx="875">Male</cx:pt>
          <cx:pt idx="876">Male</cx:pt>
          <cx:pt idx="877">Male</cx:pt>
          <cx:pt idx="878">Male</cx:pt>
          <cx:pt idx="879">Male</cx:pt>
          <cx:pt idx="880">Male</cx:pt>
          <cx:pt idx="881">Male</cx:pt>
          <cx:pt idx="882">Male</cx:pt>
          <cx:pt idx="883">Male</cx:pt>
          <cx:pt idx="884">Male</cx:pt>
          <cx:pt idx="885">Male</cx:pt>
          <cx:pt idx="886">Male</cx:pt>
          <cx:pt idx="887">Male</cx:pt>
          <cx:pt idx="888">Male</cx:pt>
          <cx:pt idx="889">Male</cx:pt>
          <cx:pt idx="890">Male</cx:pt>
          <cx:pt idx="891">Male</cx:pt>
          <cx:pt idx="892">Male</cx:pt>
          <cx:pt idx="893">Male</cx:pt>
          <cx:pt idx="894">Male</cx:pt>
          <cx:pt idx="895">Male</cx:pt>
          <cx:pt idx="896">Male</cx:pt>
          <cx:pt idx="897">Male</cx:pt>
          <cx:pt idx="898">Male</cx:pt>
          <cx:pt idx="899">Male</cx:pt>
          <cx:pt idx="900">Male</cx:pt>
          <cx:pt idx="901">Male</cx:pt>
          <cx:pt idx="902">Male</cx:pt>
          <cx:pt idx="903">Male</cx:pt>
          <cx:pt idx="904">Male</cx:pt>
          <cx:pt idx="905">Male</cx:pt>
          <cx:pt idx="906">Male</cx:pt>
          <cx:pt idx="907">Male</cx:pt>
          <cx:pt idx="908">Male</cx:pt>
          <cx:pt idx="909">Male</cx:pt>
          <cx:pt idx="910">Male</cx:pt>
          <cx:pt idx="911">Male</cx:pt>
          <cx:pt idx="912">Male</cx:pt>
          <cx:pt idx="913">Male</cx:pt>
          <cx:pt idx="914">Male</cx:pt>
          <cx:pt idx="915">Male</cx:pt>
          <cx:pt idx="916">Male</cx:pt>
          <cx:pt idx="917">Male</cx:pt>
          <cx:pt idx="918">Male</cx:pt>
          <cx:pt idx="919">Male</cx:pt>
          <cx:pt idx="920">Male</cx:pt>
          <cx:pt idx="921">Male</cx:pt>
          <cx:pt idx="922">Male</cx:pt>
          <cx:pt idx="923">Male</cx:pt>
          <cx:pt idx="924">Male</cx:pt>
          <cx:pt idx="925">Male</cx:pt>
          <cx:pt idx="926">Male</cx:pt>
          <cx:pt idx="927">Male</cx:pt>
          <cx:pt idx="928">Male</cx:pt>
          <cx:pt idx="929">Male</cx:pt>
          <cx:pt idx="930">Male</cx:pt>
          <cx:pt idx="931">Male</cx:pt>
          <cx:pt idx="932">Male</cx:pt>
          <cx:pt idx="933">Male</cx:pt>
          <cx:pt idx="934">Male</cx:pt>
          <cx:pt idx="935">Male</cx:pt>
          <cx:pt idx="936">Male</cx:pt>
          <cx:pt idx="937">Male</cx:pt>
          <cx:pt idx="938">Male</cx:pt>
          <cx:pt idx="939">Male</cx:pt>
          <cx:pt idx="940">Male</cx:pt>
          <cx:pt idx="941">Male</cx:pt>
          <cx:pt idx="942">Male</cx:pt>
          <cx:pt idx="943">Male</cx:pt>
          <cx:pt idx="944">Male</cx:pt>
          <cx:pt idx="945">Male</cx:pt>
          <cx:pt idx="946">Male</cx:pt>
          <cx:pt idx="947">Male</cx:pt>
          <cx:pt idx="948">Male</cx:pt>
          <cx:pt idx="949">Male</cx:pt>
          <cx:pt idx="950">Male</cx:pt>
          <cx:pt idx="951">Male</cx:pt>
          <cx:pt idx="952">Male</cx:pt>
          <cx:pt idx="953">Male</cx:pt>
          <cx:pt idx="954">Male</cx:pt>
          <cx:pt idx="955">Male</cx:pt>
          <cx:pt idx="956">Male</cx:pt>
          <cx:pt idx="957">Male</cx:pt>
          <cx:pt idx="958">Male</cx:pt>
          <cx:pt idx="959">Male</cx:pt>
          <cx:pt idx="960">Male</cx:pt>
          <cx:pt idx="961">Male</cx:pt>
          <cx:pt idx="962">Male</cx:pt>
          <cx:pt idx="963">Male</cx:pt>
          <cx:pt idx="964">Male</cx:pt>
          <cx:pt idx="965">Male</cx:pt>
          <cx:pt idx="966">Male</cx:pt>
          <cx:pt idx="967">Male</cx:pt>
          <cx:pt idx="968">Male</cx:pt>
          <cx:pt idx="969">Male</cx:pt>
          <cx:pt idx="970">Male</cx:pt>
          <cx:pt idx="971">Male</cx:pt>
          <cx:pt idx="972">Male</cx:pt>
          <cx:pt idx="973">Male</cx:pt>
          <cx:pt idx="974">Male</cx:pt>
          <cx:pt idx="975">Male</cx:pt>
          <cx:pt idx="976">Male</cx:pt>
          <cx:pt idx="977">Male</cx:pt>
          <cx:pt idx="978">Male</cx:pt>
          <cx:pt idx="979">Male</cx:pt>
          <cx:pt idx="980">Male</cx:pt>
          <cx:pt idx="981">Male</cx:pt>
          <cx:pt idx="982">Male</cx:pt>
          <cx:pt idx="983">Male</cx:pt>
          <cx:pt idx="984">Male</cx:pt>
          <cx:pt idx="985">Male</cx:pt>
          <cx:pt idx="986">Male</cx:pt>
          <cx:pt idx="987">Male</cx:pt>
          <cx:pt idx="988">Male</cx:pt>
          <cx:pt idx="989">Male</cx:pt>
          <cx:pt idx="990">Male</cx:pt>
          <cx:pt idx="991">Male</cx:pt>
          <cx:pt idx="992">Male</cx:pt>
          <cx:pt idx="993">Male</cx:pt>
          <cx:pt idx="994">Male</cx:pt>
          <cx:pt idx="995">Male</cx:pt>
          <cx:pt idx="996">Male</cx:pt>
          <cx:pt idx="997">Male</cx:pt>
          <cx:pt idx="998">Male</cx:pt>
          <cx:pt idx="999">Male</cx:pt>
          <cx:pt idx="1000">Male</cx:pt>
          <cx:pt idx="1001">Male</cx:pt>
          <cx:pt idx="1002">Male</cx:pt>
          <cx:pt idx="1003">Male</cx:pt>
          <cx:pt idx="1004">Male</cx:pt>
          <cx:pt idx="1005">Male</cx:pt>
          <cx:pt idx="1006">Male</cx:pt>
          <cx:pt idx="1007">Male</cx:pt>
          <cx:pt idx="1008">Male</cx:pt>
          <cx:pt idx="1009">Male</cx:pt>
          <cx:pt idx="1010">Male</cx:pt>
          <cx:pt idx="1011">Male</cx:pt>
          <cx:pt idx="1012">Male</cx:pt>
          <cx:pt idx="1013">Male</cx:pt>
          <cx:pt idx="1014">Male</cx:pt>
          <cx:pt idx="1015">Male</cx:pt>
          <cx:pt idx="1016">Male</cx:pt>
          <cx:pt idx="1017">Male</cx:pt>
          <cx:pt idx="1018">Male</cx:pt>
          <cx:pt idx="1019">Male</cx:pt>
          <cx:pt idx="1020">Male</cx:pt>
          <cx:pt idx="1021">Male</cx:pt>
          <cx:pt idx="1022">Male</cx:pt>
          <cx:pt idx="1023">Male</cx:pt>
          <cx:pt idx="1024">Male</cx:pt>
          <cx:pt idx="1025">Male</cx:pt>
          <cx:pt idx="1026">Male</cx:pt>
          <cx:pt idx="1027">Male</cx:pt>
          <cx:pt idx="1028">Male</cx:pt>
          <cx:pt idx="1029">Male</cx:pt>
          <cx:pt idx="1030">Male</cx:pt>
          <cx:pt idx="1031">Male</cx:pt>
          <cx:pt idx="1032">Male</cx:pt>
          <cx:pt idx="1033">Male</cx:pt>
          <cx:pt idx="1034">Male</cx:pt>
          <cx:pt idx="1035">Male</cx:pt>
          <cx:pt idx="1036">Male</cx:pt>
          <cx:pt idx="1037">Male</cx:pt>
          <cx:pt idx="1038">Male</cx:pt>
          <cx:pt idx="1039">Male</cx:pt>
          <cx:pt idx="1040">Male</cx:pt>
          <cx:pt idx="1041">Male</cx:pt>
          <cx:pt idx="1042">Male</cx:pt>
          <cx:pt idx="1043">Male</cx:pt>
          <cx:pt idx="1044">Male</cx:pt>
          <cx:pt idx="1045">Male</cx:pt>
          <cx:pt idx="1046">Male</cx:pt>
          <cx:pt idx="1047">Male</cx:pt>
          <cx:pt idx="1048">Male</cx:pt>
          <cx:pt idx="1049">Male</cx:pt>
          <cx:pt idx="1050">Male</cx:pt>
          <cx:pt idx="1051">Male</cx:pt>
          <cx:pt idx="1052">Male</cx:pt>
          <cx:pt idx="1053">Male</cx:pt>
          <cx:pt idx="1054">Male</cx:pt>
          <cx:pt idx="1055">Male</cx:pt>
          <cx:pt idx="1056">Male</cx:pt>
          <cx:pt idx="1057">Male</cx:pt>
          <cx:pt idx="1058">Male</cx:pt>
          <cx:pt idx="1059">Male</cx:pt>
          <cx:pt idx="1060">Male</cx:pt>
          <cx:pt idx="1061">Male</cx:pt>
          <cx:pt idx="1062">Male</cx:pt>
          <cx:pt idx="1063">Male</cx:pt>
          <cx:pt idx="1064">Male</cx:pt>
          <cx:pt idx="1065">Male</cx:pt>
          <cx:pt idx="1066">Male</cx:pt>
          <cx:pt idx="1067">Male</cx:pt>
          <cx:pt idx="1068">Male</cx:pt>
          <cx:pt idx="1069">Male</cx:pt>
          <cx:pt idx="1070">Male</cx:pt>
          <cx:pt idx="1071">Male</cx:pt>
          <cx:pt idx="1072">Male</cx:pt>
          <cx:pt idx="1073">Male</cx:pt>
          <cx:pt idx="1074">Male</cx:pt>
          <cx:pt idx="1075">Male</cx:pt>
          <cx:pt idx="1076">Male</cx:pt>
          <cx:pt idx="1077">Male</cx:pt>
          <cx:pt idx="1078">Male</cx:pt>
          <cx:pt idx="1079">Male</cx:pt>
          <cx:pt idx="1080">Male</cx:pt>
          <cx:pt idx="1081">Male</cx:pt>
          <cx:pt idx="1082">Male</cx:pt>
          <cx:pt idx="1083">Male</cx:pt>
          <cx:pt idx="1084">Male</cx:pt>
          <cx:pt idx="1085">Male</cx:pt>
          <cx:pt idx="1086">Male</cx:pt>
          <cx:pt idx="1087">Male</cx:pt>
          <cx:pt idx="1088">Male</cx:pt>
          <cx:pt idx="1089">Male</cx:pt>
          <cx:pt idx="1090">Male</cx:pt>
          <cx:pt idx="1091">Male</cx:pt>
          <cx:pt idx="1092">Male</cx:pt>
          <cx:pt idx="1093">Male</cx:pt>
          <cx:pt idx="1094">Male</cx:pt>
          <cx:pt idx="1095">Male</cx:pt>
          <cx:pt idx="1096">Male</cx:pt>
          <cx:pt idx="1097">Male</cx:pt>
          <cx:pt idx="1098">Male</cx:pt>
          <cx:pt idx="1099">Male</cx:pt>
          <cx:pt idx="1100">Male</cx:pt>
          <cx:pt idx="1101">Male</cx:pt>
          <cx:pt idx="1102">Male</cx:pt>
          <cx:pt idx="1103">Male</cx:pt>
          <cx:pt idx="1104">Male</cx:pt>
          <cx:pt idx="1105">Male</cx:pt>
          <cx:pt idx="1106">Male</cx:pt>
          <cx:pt idx="1107">Male</cx:pt>
          <cx:pt idx="1108">Male</cx:pt>
          <cx:pt idx="1109">Male</cx:pt>
          <cx:pt idx="1110">Male</cx:pt>
          <cx:pt idx="1111">Male</cx:pt>
          <cx:pt idx="1112">Male</cx:pt>
          <cx:pt idx="1113">Male</cx:pt>
          <cx:pt idx="1114">Male</cx:pt>
          <cx:pt idx="1115">Male</cx:pt>
          <cx:pt idx="1116">Male</cx:pt>
          <cx:pt idx="1117">Male</cx:pt>
          <cx:pt idx="1118">Male</cx:pt>
          <cx:pt idx="1119">Male</cx:pt>
          <cx:pt idx="1120">Male</cx:pt>
          <cx:pt idx="1121">Male</cx:pt>
          <cx:pt idx="1122">Male</cx:pt>
          <cx:pt idx="1123">Male</cx:pt>
          <cx:pt idx="1124">Male</cx:pt>
          <cx:pt idx="1125">Male</cx:pt>
          <cx:pt idx="1126">Male</cx:pt>
          <cx:pt idx="1127">Male</cx:pt>
          <cx:pt idx="1128">Male</cx:pt>
          <cx:pt idx="1129">Male</cx:pt>
          <cx:pt idx="1130">Male</cx:pt>
          <cx:pt idx="1131">Male</cx:pt>
          <cx:pt idx="1132">Male</cx:pt>
          <cx:pt idx="1133">Male</cx:pt>
          <cx:pt idx="1134">Male</cx:pt>
          <cx:pt idx="1135">Male</cx:pt>
          <cx:pt idx="1136">Male</cx:pt>
          <cx:pt idx="1137">Male</cx:pt>
          <cx:pt idx="1138">Male</cx:pt>
          <cx:pt idx="1139">Male</cx:pt>
          <cx:pt idx="1140">Male</cx:pt>
          <cx:pt idx="1141">Male</cx:pt>
          <cx:pt idx="1142">Male</cx:pt>
          <cx:pt idx="1143">Male</cx:pt>
          <cx:pt idx="1144">Male</cx:pt>
          <cx:pt idx="1145">Male</cx:pt>
          <cx:pt idx="1146">Male</cx:pt>
          <cx:pt idx="1147">Male</cx:pt>
          <cx:pt idx="1148">Male</cx:pt>
          <cx:pt idx="1149">Male</cx:pt>
          <cx:pt idx="1150">Male</cx:pt>
          <cx:pt idx="1151">Male</cx:pt>
          <cx:pt idx="1152">Male</cx:pt>
          <cx:pt idx="1153">Male</cx:pt>
          <cx:pt idx="1154">Male</cx:pt>
          <cx:pt idx="1155">Male</cx:pt>
          <cx:pt idx="1156">Male</cx:pt>
          <cx:pt idx="1157">Male</cx:pt>
          <cx:pt idx="1158">Male</cx:pt>
          <cx:pt idx="1159">Male</cx:pt>
          <cx:pt idx="1160">Male</cx:pt>
          <cx:pt idx="1161">Male</cx:pt>
          <cx:pt idx="1162">Male</cx:pt>
          <cx:pt idx="1163">Male</cx:pt>
          <cx:pt idx="1164">Male</cx:pt>
          <cx:pt idx="1165">Male</cx:pt>
          <cx:pt idx="1166">Male</cx:pt>
          <cx:pt idx="1167">Male</cx:pt>
          <cx:pt idx="1168">Male</cx:pt>
          <cx:pt idx="1169">Male</cx:pt>
          <cx:pt idx="1170">Male</cx:pt>
          <cx:pt idx="1171">Male</cx:pt>
          <cx:pt idx="1172">Male</cx:pt>
          <cx:pt idx="1173">Male</cx:pt>
          <cx:pt idx="1174">Male</cx:pt>
          <cx:pt idx="1175">Male</cx:pt>
          <cx:pt idx="1176">Male</cx:pt>
          <cx:pt idx="1177">Male</cx:pt>
          <cx:pt idx="1178">Male</cx:pt>
          <cx:pt idx="1179">Male</cx:pt>
          <cx:pt idx="1180">Male</cx:pt>
          <cx:pt idx="1181">Male</cx:pt>
          <cx:pt idx="1182">Male</cx:pt>
          <cx:pt idx="1183">Male</cx:pt>
          <cx:pt idx="1184">Male</cx:pt>
          <cx:pt idx="1185">Male</cx:pt>
          <cx:pt idx="1186">Male</cx:pt>
          <cx:pt idx="1187">Male</cx:pt>
          <cx:pt idx="1188">Male</cx:pt>
          <cx:pt idx="1189">Male</cx:pt>
          <cx:pt idx="1190">Male</cx:pt>
          <cx:pt idx="1191">Male</cx:pt>
          <cx:pt idx="1192">Male</cx:pt>
          <cx:pt idx="1193">Male</cx:pt>
          <cx:pt idx="1194">Male</cx:pt>
          <cx:pt idx="1195">Male</cx:pt>
          <cx:pt idx="1196">Male</cx:pt>
          <cx:pt idx="1197">Male</cx:pt>
          <cx:pt idx="1198">Male</cx:pt>
          <cx:pt idx="1199">Male</cx:pt>
          <cx:pt idx="1200">Male</cx:pt>
          <cx:pt idx="1201">Male</cx:pt>
          <cx:pt idx="1202">Male</cx:pt>
          <cx:pt idx="1203">Male</cx:pt>
          <cx:pt idx="1204">Male</cx:pt>
          <cx:pt idx="1205">Male</cx:pt>
          <cx:pt idx="1206">Male</cx:pt>
          <cx:pt idx="1207">Male</cx:pt>
          <cx:pt idx="1208">Male</cx:pt>
          <cx:pt idx="1209">Male</cx:pt>
          <cx:pt idx="1210">Male</cx:pt>
          <cx:pt idx="1211">Male</cx:pt>
          <cx:pt idx="1212">Male</cx:pt>
          <cx:pt idx="1213">Male</cx:pt>
          <cx:pt idx="1214">Male</cx:pt>
          <cx:pt idx="1215">Male</cx:pt>
          <cx:pt idx="1216">Male</cx:pt>
          <cx:pt idx="1217">Male</cx:pt>
          <cx:pt idx="1218">Male</cx:pt>
          <cx:pt idx="1219">Male</cx:pt>
          <cx:pt idx="1220">Male</cx:pt>
          <cx:pt idx="1221">Male</cx:pt>
          <cx:pt idx="1222">Male</cx:pt>
          <cx:pt idx="1223">Male</cx:pt>
          <cx:pt idx="1224">Male</cx:pt>
          <cx:pt idx="1225">Male</cx:pt>
          <cx:pt idx="1226">Male</cx:pt>
          <cx:pt idx="1227">Male</cx:pt>
          <cx:pt idx="1228">Male</cx:pt>
          <cx:pt idx="1229">Male</cx:pt>
          <cx:pt idx="1230">Male</cx:pt>
          <cx:pt idx="1231">Male</cx:pt>
          <cx:pt idx="1232">Male</cx:pt>
          <cx:pt idx="1233">Male</cx:pt>
          <cx:pt idx="1234">Male</cx:pt>
          <cx:pt idx="1235">Male</cx:pt>
          <cx:pt idx="1236">Male</cx:pt>
          <cx:pt idx="1237">Male</cx:pt>
          <cx:pt idx="1238">Male</cx:pt>
          <cx:pt idx="1239">Male</cx:pt>
          <cx:pt idx="1240">Male</cx:pt>
          <cx:pt idx="1241">Male</cx:pt>
          <cx:pt idx="1242">Male</cx:pt>
          <cx:pt idx="1243">Male</cx:pt>
          <cx:pt idx="1244">Male</cx:pt>
          <cx:pt idx="1245">Male</cx:pt>
          <cx:pt idx="1246">Male</cx:pt>
          <cx:pt idx="1247">Male</cx:pt>
          <cx:pt idx="1248">Male</cx:pt>
          <cx:pt idx="1249">Male</cx:pt>
          <cx:pt idx="1250">Male</cx:pt>
          <cx:pt idx="1251">Male</cx:pt>
          <cx:pt idx="1252">Male</cx:pt>
          <cx:pt idx="1253">Male</cx:pt>
          <cx:pt idx="1254">Male</cx:pt>
          <cx:pt idx="1255">Male</cx:pt>
          <cx:pt idx="1256">Male</cx:pt>
          <cx:pt idx="1257">Male</cx:pt>
          <cx:pt idx="1258">Male</cx:pt>
          <cx:pt idx="1259">Male</cx:pt>
          <cx:pt idx="1260">Male</cx:pt>
          <cx:pt idx="1261">Male</cx:pt>
          <cx:pt idx="1262">Male</cx:pt>
          <cx:pt idx="1263">Male</cx:pt>
          <cx:pt idx="1264">Male</cx:pt>
          <cx:pt idx="1265">Male</cx:pt>
          <cx:pt idx="1266">Male</cx:pt>
          <cx:pt idx="1267">Male</cx:pt>
          <cx:pt idx="1268">Male</cx:pt>
          <cx:pt idx="1269">Male</cx:pt>
          <cx:pt idx="1270">Male</cx:pt>
          <cx:pt idx="1271">Male</cx:pt>
          <cx:pt idx="1272">Male</cx:pt>
          <cx:pt idx="1273">Male</cx:pt>
          <cx:pt idx="1274">Male</cx:pt>
          <cx:pt idx="1275">Male</cx:pt>
          <cx:pt idx="1276">Male</cx:pt>
          <cx:pt idx="1277">Male</cx:pt>
          <cx:pt idx="1278">Male</cx:pt>
          <cx:pt idx="1279">Male</cx:pt>
          <cx:pt idx="1280">Male</cx:pt>
          <cx:pt idx="1281">Male</cx:pt>
          <cx:pt idx="1282">Male</cx:pt>
          <cx:pt idx="1283">Male</cx:pt>
          <cx:pt idx="1284">Male</cx:pt>
          <cx:pt idx="1285">Male</cx:pt>
          <cx:pt idx="1286">Male</cx:pt>
          <cx:pt idx="1287">Male</cx:pt>
          <cx:pt idx="1288">Male</cx:pt>
          <cx:pt idx="1289">Male</cx:pt>
          <cx:pt idx="1290">Male</cx:pt>
          <cx:pt idx="1291">Male</cx:pt>
          <cx:pt idx="1292">Male</cx:pt>
          <cx:pt idx="1293">Male</cx:pt>
          <cx:pt idx="1294">Male</cx:pt>
          <cx:pt idx="1295">Male</cx:pt>
          <cx:pt idx="1296">Male</cx:pt>
          <cx:pt idx="1297">Male</cx:pt>
          <cx:pt idx="1298">Male</cx:pt>
          <cx:pt idx="1299">Male</cx:pt>
          <cx:pt idx="1300">Male</cx:pt>
          <cx:pt idx="1301">Male</cx:pt>
          <cx:pt idx="1302">Male</cx:pt>
          <cx:pt idx="1303">Male</cx:pt>
          <cx:pt idx="1304">Male</cx:pt>
          <cx:pt idx="1305">Male</cx:pt>
          <cx:pt idx="1306">Male</cx:pt>
          <cx:pt idx="1307">Male</cx:pt>
          <cx:pt idx="1308">Male</cx:pt>
          <cx:pt idx="1309">Male</cx:pt>
          <cx:pt idx="1310">Male</cx:pt>
          <cx:pt idx="1311">Male</cx:pt>
          <cx:pt idx="1312">Male</cx:pt>
          <cx:pt idx="1313">Male</cx:pt>
          <cx:pt idx="1314">Male</cx:pt>
          <cx:pt idx="1315">Male</cx:pt>
          <cx:pt idx="1316">Male</cx:pt>
          <cx:pt idx="1317">Male</cx:pt>
          <cx:pt idx="1318">Male</cx:pt>
          <cx:pt idx="1319">Male</cx:pt>
          <cx:pt idx="1320">Male</cx:pt>
          <cx:pt idx="1321">Male</cx:pt>
          <cx:pt idx="1322">Male</cx:pt>
          <cx:pt idx="1323">Male</cx:pt>
          <cx:pt idx="1324">Male</cx:pt>
          <cx:pt idx="1325">Male</cx:pt>
          <cx:pt idx="1326">Male</cx:pt>
          <cx:pt idx="1327">Male</cx:pt>
          <cx:pt idx="1328">Male</cx:pt>
          <cx:pt idx="1329">Male</cx:pt>
          <cx:pt idx="1330">Male</cx:pt>
          <cx:pt idx="1331">Male</cx:pt>
          <cx:pt idx="1332">Male</cx:pt>
          <cx:pt idx="1333">Male</cx:pt>
          <cx:pt idx="1334">Male</cx:pt>
          <cx:pt idx="1335">Male</cx:pt>
          <cx:pt idx="1336">Male</cx:pt>
          <cx:pt idx="1337">Male</cx:pt>
          <cx:pt idx="1338">Male</cx:pt>
          <cx:pt idx="1339">Male</cx:pt>
          <cx:pt idx="1340">Male</cx:pt>
          <cx:pt idx="1341">Male</cx:pt>
          <cx:pt idx="1342">Male</cx:pt>
          <cx:pt idx="1343">Male</cx:pt>
          <cx:pt idx="1344">Male</cx:pt>
          <cx:pt idx="1345">Male</cx:pt>
          <cx:pt idx="1346">Male</cx:pt>
          <cx:pt idx="1347">Male</cx:pt>
          <cx:pt idx="1348">Male</cx:pt>
          <cx:pt idx="1349">Male</cx:pt>
          <cx:pt idx="1350">Male</cx:pt>
          <cx:pt idx="1351">Male</cx:pt>
          <cx:pt idx="1352">Male</cx:pt>
          <cx:pt idx="1353">Male</cx:pt>
          <cx:pt idx="1354">Male</cx:pt>
          <cx:pt idx="1355">Male</cx:pt>
          <cx:pt idx="1356">Male</cx:pt>
          <cx:pt idx="1357">Male</cx:pt>
          <cx:pt idx="1358">Male</cx:pt>
          <cx:pt idx="1359">Male</cx:pt>
          <cx:pt idx="1360">Male</cx:pt>
          <cx:pt idx="1361">Male</cx:pt>
          <cx:pt idx="1362">Male</cx:pt>
          <cx:pt idx="1363">Male</cx:pt>
          <cx:pt idx="1364">Male</cx:pt>
          <cx:pt idx="1365">Male</cx:pt>
          <cx:pt idx="1366">Male</cx:pt>
          <cx:pt idx="1367">Male</cx:pt>
          <cx:pt idx="1368">Male</cx:pt>
          <cx:pt idx="1369">Male</cx:pt>
          <cx:pt idx="1370">Male</cx:pt>
          <cx:pt idx="1371">Male</cx:pt>
          <cx:pt idx="1372">Male</cx:pt>
          <cx:pt idx="1373">Male</cx:pt>
          <cx:pt idx="1374">Male</cx:pt>
          <cx:pt idx="1375">Male</cx:pt>
          <cx:pt idx="1376">Male</cx:pt>
          <cx:pt idx="1377">Male</cx:pt>
          <cx:pt idx="1378">Male</cx:pt>
          <cx:pt idx="1379">Male</cx:pt>
          <cx:pt idx="1380">Male</cx:pt>
          <cx:pt idx="1381">Male</cx:pt>
          <cx:pt idx="1382">Male</cx:pt>
          <cx:pt idx="1383">Male</cx:pt>
          <cx:pt idx="1384">Male</cx:pt>
          <cx:pt idx="1385">Male</cx:pt>
          <cx:pt idx="1386">Male</cx:pt>
          <cx:pt idx="1387">Male</cx:pt>
          <cx:pt idx="1388">Male</cx:pt>
          <cx:pt idx="1389">Male</cx:pt>
          <cx:pt idx="1390">Male</cx:pt>
          <cx:pt idx="1391">Male</cx:pt>
          <cx:pt idx="1392">Male</cx:pt>
          <cx:pt idx="1393">Male</cx:pt>
          <cx:pt idx="1394">Male</cx:pt>
          <cx:pt idx="1395">Male</cx:pt>
          <cx:pt idx="1396">Male</cx:pt>
          <cx:pt idx="1397">Male</cx:pt>
          <cx:pt idx="1398">Male</cx:pt>
          <cx:pt idx="1399">Male</cx:pt>
          <cx:pt idx="1400">Male</cx:pt>
          <cx:pt idx="1401">Male</cx:pt>
          <cx:pt idx="1402">Male</cx:pt>
          <cx:pt idx="1403">Male</cx:pt>
          <cx:pt idx="1404">Male</cx:pt>
          <cx:pt idx="1405">Male</cx:pt>
          <cx:pt idx="1406">Male</cx:pt>
          <cx:pt idx="1407">Male</cx:pt>
          <cx:pt idx="1408">Male</cx:pt>
          <cx:pt idx="1409">Male</cx:pt>
          <cx:pt idx="1410">Male</cx:pt>
          <cx:pt idx="1411">Male</cx:pt>
          <cx:pt idx="1412">Male</cx:pt>
          <cx:pt idx="1413">Male</cx:pt>
          <cx:pt idx="1414">Male</cx:pt>
          <cx:pt idx="1415">Male</cx:pt>
          <cx:pt idx="1416">Male</cx:pt>
          <cx:pt idx="1417">Male</cx:pt>
          <cx:pt idx="1418">Male</cx:pt>
          <cx:pt idx="1419">Male</cx:pt>
          <cx:pt idx="1420">Male</cx:pt>
          <cx:pt idx="1421">Male</cx:pt>
          <cx:pt idx="1422">Male</cx:pt>
          <cx:pt idx="1423">Male</cx:pt>
          <cx:pt idx="1424">Male</cx:pt>
          <cx:pt idx="1425">Male</cx:pt>
          <cx:pt idx="1426">Male</cx:pt>
          <cx:pt idx="1427">Male</cx:pt>
          <cx:pt idx="1428">Male</cx:pt>
          <cx:pt idx="1429">Male</cx:pt>
          <cx:pt idx="1430">Male</cx:pt>
          <cx:pt idx="1431">Male</cx:pt>
          <cx:pt idx="1432">Male</cx:pt>
          <cx:pt idx="1433">Male</cx:pt>
          <cx:pt idx="1434">Male</cx:pt>
          <cx:pt idx="1435">Male</cx:pt>
          <cx:pt idx="1436">Male</cx:pt>
          <cx:pt idx="1437">Male</cx:pt>
          <cx:pt idx="1438">Male</cx:pt>
          <cx:pt idx="1439">Male</cx:pt>
          <cx:pt idx="1440">Male</cx:pt>
          <cx:pt idx="1441">Male</cx:pt>
          <cx:pt idx="1442">Male</cx:pt>
          <cx:pt idx="1443">Male</cx:pt>
          <cx:pt idx="1444">Male</cx:pt>
          <cx:pt idx="1445">Male</cx:pt>
          <cx:pt idx="1446">Male</cx:pt>
          <cx:pt idx="1447">Male</cx:pt>
          <cx:pt idx="1448">Male</cx:pt>
          <cx:pt idx="1449">Male</cx:pt>
          <cx:pt idx="1450">Male</cx:pt>
          <cx:pt idx="1451">Male</cx:pt>
          <cx:pt idx="1452">Male</cx:pt>
          <cx:pt idx="1453">Male</cx:pt>
          <cx:pt idx="1454">Male</cx:pt>
          <cx:pt idx="1455">Male</cx:pt>
          <cx:pt idx="1456">Male</cx:pt>
          <cx:pt idx="1457">Male</cx:pt>
          <cx:pt idx="1458">Male</cx:pt>
          <cx:pt idx="1459">Male</cx:pt>
          <cx:pt idx="1460">Male</cx:pt>
          <cx:pt idx="1461">Male</cx:pt>
          <cx:pt idx="1462">Male</cx:pt>
          <cx:pt idx="1463">Male</cx:pt>
          <cx:pt idx="1464">Male</cx:pt>
          <cx:pt idx="1465">Male</cx:pt>
          <cx:pt idx="1466">Male</cx:pt>
          <cx:pt idx="1467">Male</cx:pt>
          <cx:pt idx="1468">Male</cx:pt>
          <cx:pt idx="1469">Male</cx:pt>
          <cx:pt idx="1470">Male</cx:pt>
          <cx:pt idx="1471">Male</cx:pt>
          <cx:pt idx="1472">Male</cx:pt>
          <cx:pt idx="1473">Male</cx:pt>
          <cx:pt idx="1474">Male</cx:pt>
          <cx:pt idx="1475">Male</cx:pt>
          <cx:pt idx="1476">Male</cx:pt>
          <cx:pt idx="1477">Male</cx:pt>
          <cx:pt idx="1478">Male</cx:pt>
          <cx:pt idx="1479">Male</cx:pt>
          <cx:pt idx="1480">Male</cx:pt>
          <cx:pt idx="1481">Male</cx:pt>
          <cx:pt idx="1482">Male</cx:pt>
          <cx:pt idx="1483">Male</cx:pt>
          <cx:pt idx="1484">Male</cx:pt>
          <cx:pt idx="1485">Male</cx:pt>
          <cx:pt idx="1486">Male</cx:pt>
          <cx:pt idx="1487">Male</cx:pt>
          <cx:pt idx="1488">Male</cx:pt>
          <cx:pt idx="1489">Male</cx:pt>
          <cx:pt idx="1490">Male</cx:pt>
          <cx:pt idx="1491">Male</cx:pt>
          <cx:pt idx="1492">Male</cx:pt>
          <cx:pt idx="1493">Male</cx:pt>
          <cx:pt idx="1494">Male</cx:pt>
          <cx:pt idx="1495">Male</cx:pt>
          <cx:pt idx="1496">Male</cx:pt>
          <cx:pt idx="1497">Male</cx:pt>
          <cx:pt idx="1498">Male</cx:pt>
          <cx:pt idx="1499">Male</cx:pt>
          <cx:pt idx="1500">Male</cx:pt>
          <cx:pt idx="1501">Male</cx:pt>
          <cx:pt idx="1502">Male</cx:pt>
          <cx:pt idx="1503">Male</cx:pt>
          <cx:pt idx="1504">Male</cx:pt>
          <cx:pt idx="1505">Male</cx:pt>
          <cx:pt idx="1506">Male</cx:pt>
          <cx:pt idx="1507">Male</cx:pt>
          <cx:pt idx="1508">Male</cx:pt>
          <cx:pt idx="1509">Male</cx:pt>
          <cx:pt idx="1510">Male</cx:pt>
          <cx:pt idx="1511">Male</cx:pt>
          <cx:pt idx="1512">Male</cx:pt>
          <cx:pt idx="1513">Male</cx:pt>
          <cx:pt idx="1514">Male</cx:pt>
          <cx:pt idx="1515">Male</cx:pt>
          <cx:pt idx="1516">Male</cx:pt>
          <cx:pt idx="1517">Male</cx:pt>
          <cx:pt idx="1518">Male</cx:pt>
          <cx:pt idx="1519">Male</cx:pt>
          <cx:pt idx="1520">Male</cx:pt>
          <cx:pt idx="1521">Male</cx:pt>
          <cx:pt idx="1522">Male</cx:pt>
          <cx:pt idx="1523">Male</cx:pt>
          <cx:pt idx="1524">Male</cx:pt>
          <cx:pt idx="1525">Male</cx:pt>
          <cx:pt idx="1526">Male</cx:pt>
          <cx:pt idx="1527">Male</cx:pt>
          <cx:pt idx="1528">Male</cx:pt>
          <cx:pt idx="1529">Male</cx:pt>
          <cx:pt idx="1530">Male</cx:pt>
          <cx:pt idx="1531">Male</cx:pt>
          <cx:pt idx="1532">Male</cx:pt>
          <cx:pt idx="1533">Male</cx:pt>
          <cx:pt idx="1534">Male</cx:pt>
          <cx:pt idx="1535">Male</cx:pt>
          <cx:pt idx="1536">Male</cx:pt>
          <cx:pt idx="1537">Male</cx:pt>
          <cx:pt idx="1538">Male</cx:pt>
          <cx:pt idx="1539">Male</cx:pt>
          <cx:pt idx="1540">Male</cx:pt>
          <cx:pt idx="1541">Male</cx:pt>
          <cx:pt idx="1542">Male</cx:pt>
          <cx:pt idx="1543">Male</cx:pt>
          <cx:pt idx="1544">Male</cx:pt>
          <cx:pt idx="1545">Male</cx:pt>
          <cx:pt idx="1546">Male</cx:pt>
          <cx:pt idx="1547">Male</cx:pt>
          <cx:pt idx="1548">Male</cx:pt>
          <cx:pt idx="1549">Male</cx:pt>
          <cx:pt idx="1550">Male</cx:pt>
          <cx:pt idx="1551">Male</cx:pt>
          <cx:pt idx="1552">Male</cx:pt>
          <cx:pt idx="1553">Male</cx:pt>
          <cx:pt idx="1554">Male</cx:pt>
          <cx:pt idx="1555">Male</cx:pt>
          <cx:pt idx="1556">Male</cx:pt>
          <cx:pt idx="1557">Male</cx:pt>
          <cx:pt idx="1558">Male</cx:pt>
          <cx:pt idx="1559">Male</cx:pt>
          <cx:pt idx="1560">Male</cx:pt>
          <cx:pt idx="1561">Male</cx:pt>
          <cx:pt idx="1562">Male</cx:pt>
          <cx:pt idx="1563">Male</cx:pt>
          <cx:pt idx="1564">Male</cx:pt>
          <cx:pt idx="1565">Male</cx:pt>
          <cx:pt idx="1566">Male</cx:pt>
          <cx:pt idx="1567">Male</cx:pt>
          <cx:pt idx="1568">Male</cx:pt>
          <cx:pt idx="1569">Male</cx:pt>
          <cx:pt idx="1570">Male</cx:pt>
          <cx:pt idx="1571">Male</cx:pt>
          <cx:pt idx="1572">Male</cx:pt>
          <cx:pt idx="1573">Male</cx:pt>
          <cx:pt idx="1574">Male</cx:pt>
          <cx:pt idx="1575">Male</cx:pt>
          <cx:pt idx="1576">Male</cx:pt>
          <cx:pt idx="1577">Male</cx:pt>
          <cx:pt idx="1578">Male</cx:pt>
          <cx:pt idx="1579">Male</cx:pt>
          <cx:pt idx="1580">Male</cx:pt>
          <cx:pt idx="1581">Male</cx:pt>
          <cx:pt idx="1582">Male</cx:pt>
          <cx:pt idx="1583">Male</cx:pt>
          <cx:pt idx="1584">Male</cx:pt>
          <cx:pt idx="1585">Male</cx:pt>
          <cx:pt idx="1586">Male</cx:pt>
          <cx:pt idx="1587">Male</cx:pt>
          <cx:pt idx="1588">Male</cx:pt>
          <cx:pt idx="1589">Male</cx:pt>
          <cx:pt idx="1590">Male</cx:pt>
          <cx:pt idx="1591">Male</cx:pt>
          <cx:pt idx="1592">Male</cx:pt>
          <cx:pt idx="1593">Male</cx:pt>
          <cx:pt idx="1594">Male</cx:pt>
          <cx:pt idx="1595">Male</cx:pt>
          <cx:pt idx="1596">Male</cx:pt>
          <cx:pt idx="1597">Male</cx:pt>
          <cx:pt idx="1598">Male</cx:pt>
          <cx:pt idx="1599">Male</cx:pt>
          <cx:pt idx="1600">Male</cx:pt>
          <cx:pt idx="1601">Male</cx:pt>
          <cx:pt idx="1602">Male</cx:pt>
          <cx:pt idx="1603">Male</cx:pt>
          <cx:pt idx="1604">Male</cx:pt>
          <cx:pt idx="1605">Male</cx:pt>
          <cx:pt idx="1606">Male</cx:pt>
          <cx:pt idx="1607">Male</cx:pt>
          <cx:pt idx="1608">Male</cx:pt>
          <cx:pt idx="1609">Male</cx:pt>
          <cx:pt idx="1610">Male</cx:pt>
          <cx:pt idx="1611">Male</cx:pt>
          <cx:pt idx="1612">Male</cx:pt>
          <cx:pt idx="1613">Male</cx:pt>
          <cx:pt idx="1614">Male</cx:pt>
          <cx:pt idx="1615">Male</cx:pt>
          <cx:pt idx="1616">Male</cx:pt>
          <cx:pt idx="1617">Male</cx:pt>
          <cx:pt idx="1618">Male</cx:pt>
          <cx:pt idx="1619">Male</cx:pt>
          <cx:pt idx="1620">Male</cx:pt>
          <cx:pt idx="1621">Male</cx:pt>
          <cx:pt idx="1622">Male</cx:pt>
          <cx:pt idx="1623">Male</cx:pt>
          <cx:pt idx="1624">Male</cx:pt>
          <cx:pt idx="1625">Male</cx:pt>
          <cx:pt idx="1626">Male</cx:pt>
          <cx:pt idx="1627">Male</cx:pt>
          <cx:pt idx="1628">Male</cx:pt>
          <cx:pt idx="1629">Male</cx:pt>
          <cx:pt idx="1630">Male</cx:pt>
          <cx:pt idx="1631">Male</cx:pt>
          <cx:pt idx="1632">Male</cx:pt>
          <cx:pt idx="1633">Male</cx:pt>
          <cx:pt idx="1634">Male</cx:pt>
          <cx:pt idx="1635">Male</cx:pt>
          <cx:pt idx="1636">Male</cx:pt>
          <cx:pt idx="1637">Male</cx:pt>
          <cx:pt idx="1638">Male</cx:pt>
          <cx:pt idx="1639">Male</cx:pt>
          <cx:pt idx="1640">Male</cx:pt>
          <cx:pt idx="1641">Male</cx:pt>
          <cx:pt idx="1642">Male</cx:pt>
          <cx:pt idx="1643">Male</cx:pt>
          <cx:pt idx="1644">Male</cx:pt>
          <cx:pt idx="1645">Male</cx:pt>
          <cx:pt idx="1646">Male</cx:pt>
          <cx:pt idx="1647">Male</cx:pt>
          <cx:pt idx="1648">Male</cx:pt>
          <cx:pt idx="1649">Male</cx:pt>
          <cx:pt idx="1650">Male</cx:pt>
          <cx:pt idx="1651">Male</cx:pt>
          <cx:pt idx="1652">Male</cx:pt>
          <cx:pt idx="1653">Male</cx:pt>
          <cx:pt idx="1654">Male</cx:pt>
          <cx:pt idx="1655">Male</cx:pt>
          <cx:pt idx="1656">Male</cx:pt>
          <cx:pt idx="1657">Male</cx:pt>
          <cx:pt idx="1658">Male</cx:pt>
          <cx:pt idx="1659">Male</cx:pt>
          <cx:pt idx="1660">Male</cx:pt>
          <cx:pt idx="1661">Male</cx:pt>
          <cx:pt idx="1662">Male</cx:pt>
          <cx:pt idx="1663">Male</cx:pt>
          <cx:pt idx="1664">Male</cx:pt>
          <cx:pt idx="1665">Male</cx:pt>
          <cx:pt idx="1666">Male</cx:pt>
          <cx:pt idx="1667">Male</cx:pt>
          <cx:pt idx="1668">Male</cx:pt>
          <cx:pt idx="1669">Male</cx:pt>
          <cx:pt idx="1670">Male</cx:pt>
          <cx:pt idx="1671">Male</cx:pt>
          <cx:pt idx="1672">Male</cx:pt>
          <cx:pt idx="1673">Male</cx:pt>
          <cx:pt idx="1674">Male</cx:pt>
          <cx:pt idx="1675">Male</cx:pt>
          <cx:pt idx="1676">Male</cx:pt>
          <cx:pt idx="1677">Male</cx:pt>
          <cx:pt idx="1678">Male</cx:pt>
          <cx:pt idx="1679">Male</cx:pt>
          <cx:pt idx="1680">Male</cx:pt>
          <cx:pt idx="1681">Male</cx:pt>
          <cx:pt idx="1682">Male</cx:pt>
          <cx:pt idx="1683">Male</cx:pt>
          <cx:pt idx="1684">Male</cx:pt>
          <cx:pt idx="1685">Male</cx:pt>
          <cx:pt idx="1686">Male</cx:pt>
          <cx:pt idx="1687">Male</cx:pt>
          <cx:pt idx="1688">Male</cx:pt>
          <cx:pt idx="1689">Male</cx:pt>
          <cx:pt idx="1690">Male</cx:pt>
          <cx:pt idx="1691">Male</cx:pt>
          <cx:pt idx="1692">Male</cx:pt>
          <cx:pt idx="1693">Male</cx:pt>
          <cx:pt idx="1694">Male</cx:pt>
          <cx:pt idx="1695">Male</cx:pt>
          <cx:pt idx="1696">Male</cx:pt>
          <cx:pt idx="1697">Male</cx:pt>
          <cx:pt idx="1698">Male</cx:pt>
          <cx:pt idx="1699">Male</cx:pt>
          <cx:pt idx="1700">Male</cx:pt>
          <cx:pt idx="1701">Male</cx:pt>
          <cx:pt idx="1702">Male</cx:pt>
          <cx:pt idx="1703">Male</cx:pt>
          <cx:pt idx="1704">Male</cx:pt>
          <cx:pt idx="1705">Male</cx:pt>
          <cx:pt idx="1706">Male</cx:pt>
          <cx:pt idx="1707">Male</cx:pt>
          <cx:pt idx="1708">Male</cx:pt>
          <cx:pt idx="1709">Male</cx:pt>
          <cx:pt idx="1710">Male</cx:pt>
          <cx:pt idx="1711">Male</cx:pt>
          <cx:pt idx="1712">Male</cx:pt>
          <cx:pt idx="1713">Male</cx:pt>
          <cx:pt idx="1714">Male</cx:pt>
          <cx:pt idx="1715">Male</cx:pt>
          <cx:pt idx="1716">Male</cx:pt>
          <cx:pt idx="1717">Male</cx:pt>
          <cx:pt idx="1718">Male</cx:pt>
          <cx:pt idx="1719">Male</cx:pt>
          <cx:pt idx="1720">Male</cx:pt>
          <cx:pt idx="1721">Male</cx:pt>
          <cx:pt idx="1722">Male</cx:pt>
          <cx:pt idx="1723">Male</cx:pt>
          <cx:pt idx="1724">Male</cx:pt>
          <cx:pt idx="1725">Male</cx:pt>
          <cx:pt idx="1726">Male</cx:pt>
          <cx:pt idx="1727">Male</cx:pt>
          <cx:pt idx="1728">Male</cx:pt>
          <cx:pt idx="1729">Male</cx:pt>
          <cx:pt idx="1730">Male</cx:pt>
          <cx:pt idx="1731">Male</cx:pt>
          <cx:pt idx="1732">Male</cx:pt>
          <cx:pt idx="1733">Male</cx:pt>
          <cx:pt idx="1734">Male</cx:pt>
          <cx:pt idx="1735">Male</cx:pt>
          <cx:pt idx="1736">Male</cx:pt>
          <cx:pt idx="1737">Male</cx:pt>
          <cx:pt idx="1738">Male</cx:pt>
          <cx:pt idx="1739">Male</cx:pt>
          <cx:pt idx="1740">Male</cx:pt>
          <cx:pt idx="1741">Male</cx:pt>
          <cx:pt idx="1742">Male</cx:pt>
          <cx:pt idx="1743">Male</cx:pt>
          <cx:pt idx="1744">Male</cx:pt>
          <cx:pt idx="1745">Male</cx:pt>
          <cx:pt idx="1746">Male</cx:pt>
          <cx:pt idx="1747">Male</cx:pt>
          <cx:pt idx="1748">Male</cx:pt>
          <cx:pt idx="1749">Male</cx:pt>
          <cx:pt idx="1750">Male</cx:pt>
          <cx:pt idx="1751">Male</cx:pt>
          <cx:pt idx="1752">Male</cx:pt>
          <cx:pt idx="1753">Male</cx:pt>
          <cx:pt idx="1754">Male</cx:pt>
          <cx:pt idx="1755">Male</cx:pt>
          <cx:pt idx="1756">Male</cx:pt>
          <cx:pt idx="1757">Male</cx:pt>
          <cx:pt idx="1758">Male</cx:pt>
          <cx:pt idx="1759">Male</cx:pt>
          <cx:pt idx="1760">Male</cx:pt>
          <cx:pt idx="1761">Male</cx:pt>
          <cx:pt idx="1762">Male</cx:pt>
          <cx:pt idx="1763">Male</cx:pt>
          <cx:pt idx="1764">Male</cx:pt>
          <cx:pt idx="1765">Male</cx:pt>
          <cx:pt idx="1766">Male</cx:pt>
          <cx:pt idx="1767">Male</cx:pt>
          <cx:pt idx="1768">Male</cx:pt>
          <cx:pt idx="1769">Male</cx:pt>
          <cx:pt idx="1770">Male</cx:pt>
          <cx:pt idx="1771">Male</cx:pt>
          <cx:pt idx="1772">Male</cx:pt>
          <cx:pt idx="1773">Male</cx:pt>
          <cx:pt idx="1774">Male</cx:pt>
          <cx:pt idx="1775">Male</cx:pt>
          <cx:pt idx="1776">Male</cx:pt>
          <cx:pt idx="1777">Male</cx:pt>
          <cx:pt idx="1778">Male</cx:pt>
          <cx:pt idx="1779">Male</cx:pt>
          <cx:pt idx="1780">Male</cx:pt>
          <cx:pt idx="1781">Male</cx:pt>
          <cx:pt idx="1782">Male</cx:pt>
          <cx:pt idx="1783">Male</cx:pt>
          <cx:pt idx="1784">Male</cx:pt>
          <cx:pt idx="1785">Male</cx:pt>
          <cx:pt idx="1786">Male</cx:pt>
          <cx:pt idx="1787">Male</cx:pt>
          <cx:pt idx="1788">Male</cx:pt>
          <cx:pt idx="1789">Male</cx:pt>
          <cx:pt idx="1790">Male</cx:pt>
          <cx:pt idx="1791">Male</cx:pt>
          <cx:pt idx="1792">Male</cx:pt>
          <cx:pt idx="1793">Male</cx:pt>
          <cx:pt idx="1794">Male</cx:pt>
          <cx:pt idx="1795">Male</cx:pt>
          <cx:pt idx="1796">Male</cx:pt>
          <cx:pt idx="1797">Male</cx:pt>
          <cx:pt idx="1798">Male</cx:pt>
          <cx:pt idx="1799">Male</cx:pt>
          <cx:pt idx="1800">Male</cx:pt>
          <cx:pt idx="1801">Male</cx:pt>
          <cx:pt idx="1802">Male</cx:pt>
          <cx:pt idx="1803">Male</cx:pt>
          <cx:pt idx="1804">Male</cx:pt>
          <cx:pt idx="1805">Male</cx:pt>
          <cx:pt idx="1806">Male</cx:pt>
          <cx:pt idx="1807">Male</cx:pt>
          <cx:pt idx="1808">Male</cx:pt>
          <cx:pt idx="1809">Male</cx:pt>
          <cx:pt idx="1810">Male</cx:pt>
          <cx:pt idx="1811">Male</cx:pt>
          <cx:pt idx="1812">Male</cx:pt>
          <cx:pt idx="1813">Male</cx:pt>
          <cx:pt idx="1814">Male</cx:pt>
          <cx:pt idx="1815">Male</cx:pt>
          <cx:pt idx="1816">Male</cx:pt>
          <cx:pt idx="1817">Male</cx:pt>
          <cx:pt idx="1818">Male</cx:pt>
          <cx:pt idx="1819">Male</cx:pt>
          <cx:pt idx="1820">Male</cx:pt>
          <cx:pt idx="1821">Male</cx:pt>
          <cx:pt idx="1822">Male</cx:pt>
          <cx:pt idx="1823">Male</cx:pt>
          <cx:pt idx="1824">Male</cx:pt>
          <cx:pt idx="1825">Male</cx:pt>
          <cx:pt idx="1826">Male</cx:pt>
          <cx:pt idx="1827">Male</cx:pt>
          <cx:pt idx="1828">Male</cx:pt>
          <cx:pt idx="1829">Male</cx:pt>
          <cx:pt idx="1830">Male</cx:pt>
          <cx:pt idx="1831">Male</cx:pt>
          <cx:pt idx="1832">Male</cx:pt>
          <cx:pt idx="1833">Male</cx:pt>
          <cx:pt idx="1834">Male</cx:pt>
          <cx:pt idx="1835">Male</cx:pt>
          <cx:pt idx="1836">Male</cx:pt>
          <cx:pt idx="1837">Male</cx:pt>
          <cx:pt idx="1838">Male</cx:pt>
          <cx:pt idx="1839">Male</cx:pt>
          <cx:pt idx="1840">Male</cx:pt>
          <cx:pt idx="1841">Male</cx:pt>
          <cx:pt idx="1842">Male</cx:pt>
          <cx:pt idx="1843">Male</cx:pt>
          <cx:pt idx="1844">Male</cx:pt>
          <cx:pt idx="1845">Male</cx:pt>
          <cx:pt idx="1846">Male</cx:pt>
          <cx:pt idx="1847">Male</cx:pt>
          <cx:pt idx="1848">Male</cx:pt>
          <cx:pt idx="1849">Male</cx:pt>
          <cx:pt idx="1850">Male</cx:pt>
          <cx:pt idx="1851">Male</cx:pt>
          <cx:pt idx="1852">Male</cx:pt>
          <cx:pt idx="1853">Male</cx:pt>
          <cx:pt idx="1854">Male</cx:pt>
          <cx:pt idx="1855">Male</cx:pt>
          <cx:pt idx="1856">Male</cx:pt>
          <cx:pt idx="1857">Male</cx:pt>
          <cx:pt idx="1858">Male</cx:pt>
          <cx:pt idx="1859">Male</cx:pt>
          <cx:pt idx="1860">Male</cx:pt>
          <cx:pt idx="1861">Male</cx:pt>
          <cx:pt idx="1862">Male</cx:pt>
          <cx:pt idx="1863">Male</cx:pt>
          <cx:pt idx="1864">Male</cx:pt>
          <cx:pt idx="1865">Male</cx:pt>
          <cx:pt idx="1866">Male</cx:pt>
          <cx:pt idx="1867">Male</cx:pt>
          <cx:pt idx="1868">Male</cx:pt>
          <cx:pt idx="1869">Male</cx:pt>
          <cx:pt idx="1870">Male</cx:pt>
          <cx:pt idx="1871">Male</cx:pt>
          <cx:pt idx="1872">Male</cx:pt>
          <cx:pt idx="1873">Male</cx:pt>
          <cx:pt idx="1874">Male</cx:pt>
          <cx:pt idx="1875">Male</cx:pt>
          <cx:pt idx="1876">Male</cx:pt>
          <cx:pt idx="1877">Male</cx:pt>
          <cx:pt idx="1878">Male</cx:pt>
          <cx:pt idx="1879">Male</cx:pt>
          <cx:pt idx="1880">Male</cx:pt>
          <cx:pt idx="1881">Male</cx:pt>
          <cx:pt idx="1882">Male</cx:pt>
          <cx:pt idx="1883">Male</cx:pt>
          <cx:pt idx="1884">Male</cx:pt>
          <cx:pt idx="1885">Male</cx:pt>
          <cx:pt idx="1886">Male</cx:pt>
          <cx:pt idx="1887">Male</cx:pt>
          <cx:pt idx="1888">Male</cx:pt>
          <cx:pt idx="1889">Male</cx:pt>
          <cx:pt idx="1890">Male</cx:pt>
          <cx:pt idx="1891">Male</cx:pt>
          <cx:pt idx="1892">Male</cx:pt>
          <cx:pt idx="1893">Male</cx:pt>
          <cx:pt idx="1894">Male</cx:pt>
          <cx:pt idx="1895">Male</cx:pt>
          <cx:pt idx="1896">Male</cx:pt>
          <cx:pt idx="1897">Male</cx:pt>
          <cx:pt idx="1898">Male</cx:pt>
          <cx:pt idx="1899">Male</cx:pt>
          <cx:pt idx="1900">Male</cx:pt>
          <cx:pt idx="1901">Male</cx:pt>
          <cx:pt idx="1902">Male</cx:pt>
          <cx:pt idx="1903">Male</cx:pt>
          <cx:pt idx="1904">Male</cx:pt>
          <cx:pt idx="1905">Male</cx:pt>
          <cx:pt idx="1906">Male</cx:pt>
          <cx:pt idx="1907">Male</cx:pt>
          <cx:pt idx="1908">Male</cx:pt>
          <cx:pt idx="1909">Male</cx:pt>
          <cx:pt idx="1910">Male</cx:pt>
          <cx:pt idx="1911">Male</cx:pt>
          <cx:pt idx="1912">Male</cx:pt>
          <cx:pt idx="1913">Male</cx:pt>
          <cx:pt idx="1914">Male</cx:pt>
          <cx:pt idx="1915">Male</cx:pt>
          <cx:pt idx="1916">Male</cx:pt>
          <cx:pt idx="1917">Male</cx:pt>
          <cx:pt idx="1918">Male</cx:pt>
          <cx:pt idx="1919">Male</cx:pt>
          <cx:pt idx="1920">Male</cx:pt>
          <cx:pt idx="1921">Male</cx:pt>
          <cx:pt idx="1922">Male</cx:pt>
          <cx:pt idx="1923">Male</cx:pt>
          <cx:pt idx="1924">Male</cx:pt>
          <cx:pt idx="1925">Male</cx:pt>
          <cx:pt idx="1926">Male</cx:pt>
          <cx:pt idx="1927">Male</cx:pt>
          <cx:pt idx="1928">Male</cx:pt>
          <cx:pt idx="1929">Male</cx:pt>
          <cx:pt idx="1930">Male</cx:pt>
          <cx:pt idx="1931">Male</cx:pt>
          <cx:pt idx="1932">Male</cx:pt>
          <cx:pt idx="1933">Male</cx:pt>
          <cx:pt idx="1934">Male</cx:pt>
          <cx:pt idx="1935">Male</cx:pt>
          <cx:pt idx="1936">Male</cx:pt>
          <cx:pt idx="1937">Male</cx:pt>
          <cx:pt idx="1938">Male</cx:pt>
          <cx:pt idx="1939">Male</cx:pt>
          <cx:pt idx="1940">Male</cx:pt>
          <cx:pt idx="1941">Male</cx:pt>
          <cx:pt idx="1942">Male</cx:pt>
          <cx:pt idx="1943">Male</cx:pt>
          <cx:pt idx="1944">Male</cx:pt>
          <cx:pt idx="1945">Male</cx:pt>
          <cx:pt idx="1946">Male</cx:pt>
          <cx:pt idx="1947">Male</cx:pt>
          <cx:pt idx="1948">Male</cx:pt>
          <cx:pt idx="1949">Male</cx:pt>
          <cx:pt idx="1950">Male</cx:pt>
          <cx:pt idx="1951">Male</cx:pt>
          <cx:pt idx="1952">Male</cx:pt>
          <cx:pt idx="1953">Male</cx:pt>
          <cx:pt idx="1954">Male</cx:pt>
          <cx:pt idx="1955">Male</cx:pt>
          <cx:pt idx="1956">Male</cx:pt>
          <cx:pt idx="1957">Male</cx:pt>
          <cx:pt idx="1958">Male</cx:pt>
          <cx:pt idx="1959">Male</cx:pt>
          <cx:pt idx="1960">Male</cx:pt>
          <cx:pt idx="1961">Male</cx:pt>
          <cx:pt idx="1962">Male</cx:pt>
          <cx:pt idx="1963">Male</cx:pt>
          <cx:pt idx="1964">Male</cx:pt>
          <cx:pt idx="1965">Male</cx:pt>
          <cx:pt idx="1966">Male</cx:pt>
          <cx:pt idx="1967">Male</cx:pt>
          <cx:pt idx="1968">Male</cx:pt>
          <cx:pt idx="1969">Male</cx:pt>
          <cx:pt idx="1970">Male</cx:pt>
          <cx:pt idx="1971">Male</cx:pt>
          <cx:pt idx="1972">Male</cx:pt>
          <cx:pt idx="1973">Male</cx:pt>
          <cx:pt idx="1974">Male</cx:pt>
          <cx:pt idx="1975">Male</cx:pt>
          <cx:pt idx="1976">Male</cx:pt>
          <cx:pt idx="1977">Male</cx:pt>
          <cx:pt idx="1978">Male</cx:pt>
          <cx:pt idx="1979">Male</cx:pt>
          <cx:pt idx="1980">Male</cx:pt>
          <cx:pt idx="1981">Male</cx:pt>
          <cx:pt idx="1982">Male</cx:pt>
          <cx:pt idx="1983">Male</cx:pt>
          <cx:pt idx="1984">Male</cx:pt>
          <cx:pt idx="1985">Male</cx:pt>
          <cx:pt idx="1986">Male</cx:pt>
          <cx:pt idx="1987">Male</cx:pt>
          <cx:pt idx="1988">Male</cx:pt>
          <cx:pt idx="1989">Male</cx:pt>
          <cx:pt idx="1990">Male</cx:pt>
          <cx:pt idx="1991">Male</cx:pt>
          <cx:pt idx="1992">Male</cx:pt>
          <cx:pt idx="1993">Male</cx:pt>
          <cx:pt idx="1994">Male</cx:pt>
          <cx:pt idx="1995">Male</cx:pt>
          <cx:pt idx="1996">Male</cx:pt>
          <cx:pt idx="1997">Male</cx:pt>
          <cx:pt idx="1998">Male</cx:pt>
          <cx:pt idx="1999">Male</cx:pt>
          <cx:pt idx="2000">Male</cx:pt>
          <cx:pt idx="2001">Male</cx:pt>
          <cx:pt idx="2002">Male</cx:pt>
          <cx:pt idx="2003">Male</cx:pt>
          <cx:pt idx="2004">Male</cx:pt>
          <cx:pt idx="2005">Male</cx:pt>
          <cx:pt idx="2006">Male</cx:pt>
          <cx:pt idx="2007">Male</cx:pt>
          <cx:pt idx="2008">Male</cx:pt>
          <cx:pt idx="2009">Male</cx:pt>
          <cx:pt idx="2010">Male</cx:pt>
          <cx:pt idx="2011">Male</cx:pt>
          <cx:pt idx="2012">Male</cx:pt>
          <cx:pt idx="2013">Male</cx:pt>
          <cx:pt idx="2014">Male</cx:pt>
          <cx:pt idx="2015">Male</cx:pt>
          <cx:pt idx="2016">Male</cx:pt>
          <cx:pt idx="2017">Male</cx:pt>
          <cx:pt idx="2018">Male</cx:pt>
          <cx:pt idx="2019">Male</cx:pt>
          <cx:pt idx="2020">Male</cx:pt>
          <cx:pt idx="2021">Male</cx:pt>
          <cx:pt idx="2022">Male</cx:pt>
          <cx:pt idx="2023">Male</cx:pt>
          <cx:pt idx="2024">Male</cx:pt>
          <cx:pt idx="2025">Male</cx:pt>
          <cx:pt idx="2026">Male</cx:pt>
          <cx:pt idx="2027">Male</cx:pt>
          <cx:pt idx="2028">Male</cx:pt>
          <cx:pt idx="2029">Male</cx:pt>
          <cx:pt idx="2030">Male</cx:pt>
          <cx:pt idx="2031">Male</cx:pt>
          <cx:pt idx="2032">Male</cx:pt>
          <cx:pt idx="2033">Male</cx:pt>
          <cx:pt idx="2034">Male</cx:pt>
          <cx:pt idx="2035">Male</cx:pt>
          <cx:pt idx="2036">Male</cx:pt>
          <cx:pt idx="2037">Male</cx:pt>
          <cx:pt idx="2038">Male</cx:pt>
          <cx:pt idx="2039">Male</cx:pt>
          <cx:pt idx="2040">Male</cx:pt>
          <cx:pt idx="2041">Male</cx:pt>
          <cx:pt idx="2042">Male</cx:pt>
          <cx:pt idx="2043">Male</cx:pt>
          <cx:pt idx="2044">Male</cx:pt>
          <cx:pt idx="2045">Male</cx:pt>
          <cx:pt idx="2046">Male</cx:pt>
          <cx:pt idx="2047">Male</cx:pt>
          <cx:pt idx="2048">Male</cx:pt>
          <cx:pt idx="2049">Male</cx:pt>
          <cx:pt idx="2050">Male</cx:pt>
          <cx:pt idx="2051">Male</cx:pt>
          <cx:pt idx="2052">Male</cx:pt>
          <cx:pt idx="2053">Male</cx:pt>
          <cx:pt idx="2054">Male</cx:pt>
          <cx:pt idx="2055">Male</cx:pt>
          <cx:pt idx="2056">Male</cx:pt>
          <cx:pt idx="2057">Male</cx:pt>
          <cx:pt idx="2058">Male</cx:pt>
          <cx:pt idx="2059">Male</cx:pt>
          <cx:pt idx="2060">Male</cx:pt>
          <cx:pt idx="2061">Male</cx:pt>
          <cx:pt idx="2062">Male</cx:pt>
          <cx:pt idx="2063">Male</cx:pt>
          <cx:pt idx="2064">Male</cx:pt>
          <cx:pt idx="2065">Male</cx:pt>
          <cx:pt idx="2066">Male</cx:pt>
          <cx:pt idx="2067">Male</cx:pt>
          <cx:pt idx="2068">Male</cx:pt>
          <cx:pt idx="2069">Male</cx:pt>
          <cx:pt idx="2070">Male</cx:pt>
          <cx:pt idx="2071">Male</cx:pt>
          <cx:pt idx="2072">Male</cx:pt>
          <cx:pt idx="2073">Male</cx:pt>
          <cx:pt idx="2074">Male</cx:pt>
          <cx:pt idx="2075">Male</cx:pt>
          <cx:pt idx="2076">Male</cx:pt>
          <cx:pt idx="2077">Male</cx:pt>
          <cx:pt idx="2078">Male</cx:pt>
          <cx:pt idx="2079">Male</cx:pt>
          <cx:pt idx="2080">Male</cx:pt>
          <cx:pt idx="2081">Male</cx:pt>
          <cx:pt idx="2082">Male</cx:pt>
          <cx:pt idx="2083">Male</cx:pt>
          <cx:pt idx="2084">Male</cx:pt>
          <cx:pt idx="2085">Male</cx:pt>
          <cx:pt idx="2086">Male</cx:pt>
          <cx:pt idx="2087">Male</cx:pt>
          <cx:pt idx="2088">Male</cx:pt>
          <cx:pt idx="2089">Male</cx:pt>
          <cx:pt idx="2090">Male</cx:pt>
          <cx:pt idx="2091">Male</cx:pt>
          <cx:pt idx="2092">Male</cx:pt>
          <cx:pt idx="2093">Male</cx:pt>
          <cx:pt idx="2094">Male</cx:pt>
          <cx:pt idx="2095">Male</cx:pt>
          <cx:pt idx="2096">Male</cx:pt>
          <cx:pt idx="2097">Male</cx:pt>
          <cx:pt idx="2098">Male</cx:pt>
          <cx:pt idx="2099">Male</cx:pt>
          <cx:pt idx="2100">Male</cx:pt>
          <cx:pt idx="2101">Male</cx:pt>
          <cx:pt idx="2102">Male</cx:pt>
          <cx:pt idx="2103">Male</cx:pt>
          <cx:pt idx="2104">Male</cx:pt>
          <cx:pt idx="2105">Male</cx:pt>
          <cx:pt idx="2106">Male</cx:pt>
          <cx:pt idx="2107">Male</cx:pt>
          <cx:pt idx="2108">Male</cx:pt>
          <cx:pt idx="2109">Male</cx:pt>
          <cx:pt idx="2110">Male</cx:pt>
          <cx:pt idx="2111">Male</cx:pt>
          <cx:pt idx="2112">Male</cx:pt>
          <cx:pt idx="2113">Male</cx:pt>
          <cx:pt idx="2114">Male</cx:pt>
          <cx:pt idx="2115">Male</cx:pt>
          <cx:pt idx="2116">Male</cx:pt>
          <cx:pt idx="2117">Male</cx:pt>
          <cx:pt idx="2118">Male</cx:pt>
          <cx:pt idx="2119">Male</cx:pt>
          <cx:pt idx="2120">Male</cx:pt>
          <cx:pt idx="2121">Male</cx:pt>
          <cx:pt idx="2122">Male</cx:pt>
          <cx:pt idx="2123">Male</cx:pt>
          <cx:pt idx="2124">Male</cx:pt>
          <cx:pt idx="2125">Male</cx:pt>
          <cx:pt idx="2126">Male</cx:pt>
          <cx:pt idx="2127">Male</cx:pt>
          <cx:pt idx="2128">Male</cx:pt>
          <cx:pt idx="2129">Male</cx:pt>
          <cx:pt idx="2130">Male</cx:pt>
          <cx:pt idx="2131">Male</cx:pt>
          <cx:pt idx="2132">Male</cx:pt>
          <cx:pt idx="2133">Male</cx:pt>
          <cx:pt idx="2134">Male</cx:pt>
          <cx:pt idx="2135">Male</cx:pt>
          <cx:pt idx="2136">Male</cx:pt>
          <cx:pt idx="2137">Male</cx:pt>
          <cx:pt idx="2138">Male</cx:pt>
          <cx:pt idx="2139">Male</cx:pt>
          <cx:pt idx="2140">Male</cx:pt>
          <cx:pt idx="2141">Male</cx:pt>
          <cx:pt idx="2142">Male</cx:pt>
          <cx:pt idx="2143">Male</cx:pt>
          <cx:pt idx="2144">Male</cx:pt>
          <cx:pt idx="2145">Male</cx:pt>
          <cx:pt idx="2146">Male</cx:pt>
          <cx:pt idx="2147">Male</cx:pt>
          <cx:pt idx="2148">Male</cx:pt>
          <cx:pt idx="2149">Male</cx:pt>
          <cx:pt idx="2150">Male</cx:pt>
          <cx:pt idx="2151">Male</cx:pt>
          <cx:pt idx="2152">Male</cx:pt>
          <cx:pt idx="2153">Male</cx:pt>
          <cx:pt idx="2154">Male</cx:pt>
          <cx:pt idx="2155">Male</cx:pt>
          <cx:pt idx="2156">Male</cx:pt>
          <cx:pt idx="2157">Male</cx:pt>
          <cx:pt idx="2158">Male</cx:pt>
          <cx:pt idx="2159">Male</cx:pt>
          <cx:pt idx="2160">Male</cx:pt>
          <cx:pt idx="2161">Male</cx:pt>
          <cx:pt idx="2162">Male</cx:pt>
          <cx:pt idx="2163">Male</cx:pt>
          <cx:pt idx="2164">Male</cx:pt>
          <cx:pt idx="2165">Male</cx:pt>
          <cx:pt idx="2166">Male</cx:pt>
          <cx:pt idx="2167">Male</cx:pt>
          <cx:pt idx="2168">Male</cx:pt>
          <cx:pt idx="2169">Male</cx:pt>
          <cx:pt idx="2170">Male</cx:pt>
          <cx:pt idx="2171">Male</cx:pt>
          <cx:pt idx="2172">Male</cx:pt>
          <cx:pt idx="2173">Male</cx:pt>
          <cx:pt idx="2174">Male</cx:pt>
          <cx:pt idx="2175">Male</cx:pt>
          <cx:pt idx="2176">Male</cx:pt>
          <cx:pt idx="2177">Male</cx:pt>
          <cx:pt idx="2178">Male</cx:pt>
          <cx:pt idx="2179">Male</cx:pt>
          <cx:pt idx="2180">Male</cx:pt>
          <cx:pt idx="2181">Male</cx:pt>
          <cx:pt idx="2182">Male</cx:pt>
          <cx:pt idx="2183">Male</cx:pt>
          <cx:pt idx="2184">Male</cx:pt>
          <cx:pt idx="2185">Male</cx:pt>
          <cx:pt idx="2186">Male</cx:pt>
          <cx:pt idx="2187">Male</cx:pt>
          <cx:pt idx="2188">Male</cx:pt>
          <cx:pt idx="2189">Male</cx:pt>
          <cx:pt idx="2190">Male</cx:pt>
          <cx:pt idx="2191">Male</cx:pt>
          <cx:pt idx="2192">Male</cx:pt>
          <cx:pt idx="2193">Male</cx:pt>
          <cx:pt idx="2194">Male</cx:pt>
          <cx:pt idx="2195">Male</cx:pt>
          <cx:pt idx="2196">Male</cx:pt>
          <cx:pt idx="2197">Male</cx:pt>
          <cx:pt idx="2198">Male</cx:pt>
          <cx:pt idx="2199">Male</cx:pt>
          <cx:pt idx="2200">Male</cx:pt>
          <cx:pt idx="2201">Male</cx:pt>
          <cx:pt idx="2202">Male</cx:pt>
          <cx:pt idx="2203">Male</cx:pt>
          <cx:pt idx="2204">Male</cx:pt>
          <cx:pt idx="2205">Male</cx:pt>
          <cx:pt idx="2206">Male</cx:pt>
          <cx:pt idx="2207">Male</cx:pt>
          <cx:pt idx="2208">Male</cx:pt>
          <cx:pt idx="2209">Male</cx:pt>
          <cx:pt idx="2210">Male</cx:pt>
          <cx:pt idx="2211">Male</cx:pt>
          <cx:pt idx="2212">Male</cx:pt>
          <cx:pt idx="2213">Male</cx:pt>
          <cx:pt idx="2214">Male</cx:pt>
          <cx:pt idx="2215">Male</cx:pt>
          <cx:pt idx="2216">Male</cx:pt>
          <cx:pt idx="2217">Male</cx:pt>
          <cx:pt idx="2218">Male</cx:pt>
          <cx:pt idx="2219">Male</cx:pt>
          <cx:pt idx="2220">Male</cx:pt>
          <cx:pt idx="2221">Male</cx:pt>
          <cx:pt idx="2222">Male</cx:pt>
          <cx:pt idx="2223">Male</cx:pt>
          <cx:pt idx="2224">Male</cx:pt>
          <cx:pt idx="2225">Male</cx:pt>
          <cx:pt idx="2226">Male</cx:pt>
          <cx:pt idx="2227">Male</cx:pt>
          <cx:pt idx="2228">Male</cx:pt>
          <cx:pt idx="2229">Male</cx:pt>
          <cx:pt idx="2230">Male</cx:pt>
          <cx:pt idx="2231">Male</cx:pt>
          <cx:pt idx="2232">Male</cx:pt>
          <cx:pt idx="2233">Male</cx:pt>
          <cx:pt idx="2234">Male</cx:pt>
          <cx:pt idx="2235">Male</cx:pt>
          <cx:pt idx="2236">Male</cx:pt>
          <cx:pt idx="2237">Male</cx:pt>
          <cx:pt idx="2238">Male</cx:pt>
          <cx:pt idx="2239">Male</cx:pt>
          <cx:pt idx="2240">Male</cx:pt>
          <cx:pt idx="2241">Male</cx:pt>
          <cx:pt idx="2242">Male</cx:pt>
          <cx:pt idx="2243">Male</cx:pt>
          <cx:pt idx="2244">Male</cx:pt>
          <cx:pt idx="2245">Male</cx:pt>
          <cx:pt idx="2246">Male</cx:pt>
          <cx:pt idx="2247">Male</cx:pt>
          <cx:pt idx="2248">Male</cx:pt>
          <cx:pt idx="2249">Male</cx:pt>
          <cx:pt idx="2250">Male</cx:pt>
          <cx:pt idx="2251">Male</cx:pt>
          <cx:pt idx="2252">Male</cx:pt>
          <cx:pt idx="2253">Male</cx:pt>
          <cx:pt idx="2254">Male</cx:pt>
          <cx:pt idx="2255">Male</cx:pt>
          <cx:pt idx="2256">Male</cx:pt>
          <cx:pt idx="2257">Male</cx:pt>
          <cx:pt idx="2258">Male</cx:pt>
          <cx:pt idx="2259">Male</cx:pt>
          <cx:pt idx="2260">Male</cx:pt>
          <cx:pt idx="2261">Male</cx:pt>
          <cx:pt idx="2262">Male</cx:pt>
          <cx:pt idx="2263">Male</cx:pt>
          <cx:pt idx="2264">Male</cx:pt>
          <cx:pt idx="2265">Male</cx:pt>
          <cx:pt idx="2266">Male</cx:pt>
          <cx:pt idx="2267">Male</cx:pt>
          <cx:pt idx="2268">Male</cx:pt>
          <cx:pt idx="2269">Male</cx:pt>
          <cx:pt idx="2270">Male</cx:pt>
          <cx:pt idx="2271">Male</cx:pt>
          <cx:pt idx="2272">Male</cx:pt>
          <cx:pt idx="2273">Male</cx:pt>
          <cx:pt idx="2274">Male</cx:pt>
          <cx:pt idx="2275">Male</cx:pt>
          <cx:pt idx="2276">Male</cx:pt>
          <cx:pt idx="2277">Male</cx:pt>
          <cx:pt idx="2278">Male</cx:pt>
          <cx:pt idx="2279">Male</cx:pt>
          <cx:pt idx="2280">Male</cx:pt>
          <cx:pt idx="2281">Male</cx:pt>
          <cx:pt idx="2282">Male</cx:pt>
          <cx:pt idx="2283">Male</cx:pt>
          <cx:pt idx="2284">Male</cx:pt>
          <cx:pt idx="2285">Male</cx:pt>
          <cx:pt idx="2286">Male</cx:pt>
          <cx:pt idx="2287">Male</cx:pt>
          <cx:pt idx="2288">Male</cx:pt>
          <cx:pt idx="2289">Male</cx:pt>
          <cx:pt idx="2290">Male</cx:pt>
          <cx:pt idx="2291">Male</cx:pt>
          <cx:pt idx="2292">Male</cx:pt>
          <cx:pt idx="2293">Male</cx:pt>
          <cx:pt idx="2294">Male</cx:pt>
          <cx:pt idx="2295">Male</cx:pt>
          <cx:pt idx="2296">Male</cx:pt>
          <cx:pt idx="2297">Male</cx:pt>
          <cx:pt idx="2298">Male</cx:pt>
          <cx:pt idx="2299">Male</cx:pt>
          <cx:pt idx="2300">Male</cx:pt>
          <cx:pt idx="2301">Male</cx:pt>
          <cx:pt idx="2302">Male</cx:pt>
          <cx:pt idx="2303">Male</cx:pt>
          <cx:pt idx="2304">Male</cx:pt>
          <cx:pt idx="2305">Male</cx:pt>
          <cx:pt idx="2306">Male</cx:pt>
          <cx:pt idx="2307">Male</cx:pt>
          <cx:pt idx="2308">Male</cx:pt>
          <cx:pt idx="2309">Male</cx:pt>
          <cx:pt idx="2310">Male</cx:pt>
          <cx:pt idx="2311">Male</cx:pt>
          <cx:pt idx="2312">Male</cx:pt>
          <cx:pt idx="2313">Male</cx:pt>
          <cx:pt idx="2314">Male</cx:pt>
          <cx:pt idx="2315">Male</cx:pt>
          <cx:pt idx="2316">Male</cx:pt>
          <cx:pt idx="2317">Male</cx:pt>
          <cx:pt idx="2318">Male</cx:pt>
          <cx:pt idx="2319">Male</cx:pt>
          <cx:pt idx="2320">Male</cx:pt>
          <cx:pt idx="2321">Male</cx:pt>
          <cx:pt idx="2322">Male</cx:pt>
          <cx:pt idx="2323">Male</cx:pt>
          <cx:pt idx="2324">Male</cx:pt>
          <cx:pt idx="2325">Male</cx:pt>
          <cx:pt idx="2326">Male</cx:pt>
          <cx:pt idx="2327">Male</cx:pt>
          <cx:pt idx="2328">Male</cx:pt>
          <cx:pt idx="2329">Male</cx:pt>
          <cx:pt idx="2330">Male</cx:pt>
          <cx:pt idx="2331">Male</cx:pt>
          <cx:pt idx="2332">Male</cx:pt>
          <cx:pt idx="2333">Male</cx:pt>
          <cx:pt idx="2334">Male</cx:pt>
          <cx:pt idx="2335">Male</cx:pt>
          <cx:pt idx="2336">Male</cx:pt>
          <cx:pt idx="2337">Male</cx:pt>
          <cx:pt idx="2338">Male</cx:pt>
          <cx:pt idx="2339">Male</cx:pt>
          <cx:pt idx="2340">Male</cx:pt>
          <cx:pt idx="2341">Male</cx:pt>
          <cx:pt idx="2342">Male</cx:pt>
          <cx:pt idx="2343">Male</cx:pt>
          <cx:pt idx="2344">Male</cx:pt>
          <cx:pt idx="2345">Male</cx:pt>
          <cx:pt idx="2346">Male</cx:pt>
          <cx:pt idx="2347">Male</cx:pt>
          <cx:pt idx="2348">Male</cx:pt>
          <cx:pt idx="2349">Male</cx:pt>
          <cx:pt idx="2350">Male</cx:pt>
          <cx:pt idx="2351">Male</cx:pt>
          <cx:pt idx="2352">Male</cx:pt>
          <cx:pt idx="2353">Male</cx:pt>
          <cx:pt idx="2354">Male</cx:pt>
          <cx:pt idx="2355">Male</cx:pt>
          <cx:pt idx="2356">Male</cx:pt>
          <cx:pt idx="2357">Male</cx:pt>
          <cx:pt idx="2358">Male</cx:pt>
          <cx:pt idx="2359">Male</cx:pt>
          <cx:pt idx="2360">Male</cx:pt>
          <cx:pt idx="2361">Male</cx:pt>
          <cx:pt idx="2362">Male</cx:pt>
          <cx:pt idx="2363">Male</cx:pt>
          <cx:pt idx="2364">Male</cx:pt>
          <cx:pt idx="2365">Male</cx:pt>
          <cx:pt idx="2366">Male</cx:pt>
          <cx:pt idx="2367">Male</cx:pt>
          <cx:pt idx="2368">Male</cx:pt>
          <cx:pt idx="2369">Male</cx:pt>
          <cx:pt idx="2370">Male</cx:pt>
          <cx:pt idx="2371">Male</cx:pt>
          <cx:pt idx="2372">Male</cx:pt>
          <cx:pt idx="2373">Male</cx:pt>
          <cx:pt idx="2374">Male</cx:pt>
          <cx:pt idx="2375">Male</cx:pt>
          <cx:pt idx="2376">Male</cx:pt>
          <cx:pt idx="2377">Male</cx:pt>
          <cx:pt idx="2378">Male</cx:pt>
          <cx:pt idx="2379">Male</cx:pt>
          <cx:pt idx="2380">Male</cx:pt>
          <cx:pt idx="2381">Male</cx:pt>
          <cx:pt idx="2382">Male</cx:pt>
          <cx:pt idx="2383">Male</cx:pt>
          <cx:pt idx="2384">Male</cx:pt>
          <cx:pt idx="2385">Male</cx:pt>
          <cx:pt idx="2386">Male</cx:pt>
          <cx:pt idx="2387">Male</cx:pt>
          <cx:pt idx="2388">Male</cx:pt>
          <cx:pt idx="2389">Male</cx:pt>
          <cx:pt idx="2390">Male</cx:pt>
          <cx:pt idx="2391">Male</cx:pt>
          <cx:pt idx="2392">Male</cx:pt>
          <cx:pt idx="2393">Male</cx:pt>
          <cx:pt idx="2394">Male</cx:pt>
          <cx:pt idx="2395">Male</cx:pt>
          <cx:pt idx="2396">Male</cx:pt>
          <cx:pt idx="2397">Male</cx:pt>
          <cx:pt idx="2398">Male</cx:pt>
          <cx:pt idx="2399">Male</cx:pt>
          <cx:pt idx="2400">Male</cx:pt>
          <cx:pt idx="2401">Male</cx:pt>
          <cx:pt idx="2402">Male</cx:pt>
          <cx:pt idx="2403">Male</cx:pt>
          <cx:pt idx="2404">Male</cx:pt>
          <cx:pt idx="2405">Male</cx:pt>
          <cx:pt idx="2406">Male</cx:pt>
          <cx:pt idx="2407">Male</cx:pt>
          <cx:pt idx="2408">Male</cx:pt>
          <cx:pt idx="2409">Male</cx:pt>
          <cx:pt idx="2410">Male</cx:pt>
          <cx:pt idx="2411">Male</cx:pt>
          <cx:pt idx="2412">Male</cx:pt>
          <cx:pt idx="2413">Male</cx:pt>
          <cx:pt idx="2414">Male</cx:pt>
          <cx:pt idx="2415">Male</cx:pt>
          <cx:pt idx="2416">Male</cx:pt>
          <cx:pt idx="2417">Male</cx:pt>
          <cx:pt idx="2418">Male</cx:pt>
          <cx:pt idx="2419">Male</cx:pt>
          <cx:pt idx="2420">Male</cx:pt>
          <cx:pt idx="2421">Male</cx:pt>
          <cx:pt idx="2422">Male</cx:pt>
          <cx:pt idx="2423">Male</cx:pt>
          <cx:pt idx="2424">Male</cx:pt>
          <cx:pt idx="2425">Male</cx:pt>
          <cx:pt idx="2426">Male</cx:pt>
          <cx:pt idx="2427">Male</cx:pt>
          <cx:pt idx="2428">Male</cx:pt>
          <cx:pt idx="2429">Male</cx:pt>
          <cx:pt idx="2430">Male</cx:pt>
          <cx:pt idx="2431">Male</cx:pt>
          <cx:pt idx="2432">Male</cx:pt>
          <cx:pt idx="2433">Male</cx:pt>
          <cx:pt idx="2434">Male</cx:pt>
          <cx:pt idx="2435">Male</cx:pt>
          <cx:pt idx="2436">Male</cx:pt>
          <cx:pt idx="2437">Male</cx:pt>
          <cx:pt idx="2438">Male</cx:pt>
          <cx:pt idx="2439">Male</cx:pt>
          <cx:pt idx="2440">Male</cx:pt>
          <cx:pt idx="2441">Male</cx:pt>
          <cx:pt idx="2442">Male</cx:pt>
          <cx:pt idx="2443">Male</cx:pt>
          <cx:pt idx="2444">Male</cx:pt>
          <cx:pt idx="2445">Male</cx:pt>
          <cx:pt idx="2446">Male</cx:pt>
          <cx:pt idx="2447">Male</cx:pt>
          <cx:pt idx="2448">Male</cx:pt>
          <cx:pt idx="2449">Male</cx:pt>
          <cx:pt idx="2450">Male</cx:pt>
          <cx:pt idx="2451">Male</cx:pt>
          <cx:pt idx="2452">Male</cx:pt>
          <cx:pt idx="2453">Male</cx:pt>
          <cx:pt idx="2454">Male</cx:pt>
          <cx:pt idx="2455">Male</cx:pt>
          <cx:pt idx="2456">Male</cx:pt>
          <cx:pt idx="2457">Male</cx:pt>
          <cx:pt idx="2458">Male</cx:pt>
          <cx:pt idx="2459">Male</cx:pt>
          <cx:pt idx="2460">Male</cx:pt>
          <cx:pt idx="2461">Male</cx:pt>
          <cx:pt idx="2462">Male</cx:pt>
          <cx:pt idx="2463">Male</cx:pt>
          <cx:pt idx="2464">Male</cx:pt>
          <cx:pt idx="2465">Male</cx:pt>
          <cx:pt idx="2466">Male</cx:pt>
          <cx:pt idx="2467">Male</cx:pt>
          <cx:pt idx="2468">Male</cx:pt>
          <cx:pt idx="2469">Male</cx:pt>
          <cx:pt idx="2470">Male</cx:pt>
          <cx:pt idx="2471">Male</cx:pt>
          <cx:pt idx="2472">Male</cx:pt>
          <cx:pt idx="2473">Male</cx:pt>
          <cx:pt idx="2474">Male</cx:pt>
          <cx:pt idx="2475">Male</cx:pt>
          <cx:pt idx="2476">Male</cx:pt>
          <cx:pt idx="2477">Male</cx:pt>
          <cx:pt idx="2478">Male</cx:pt>
          <cx:pt idx="2479">Male</cx:pt>
          <cx:pt idx="2480">Male</cx:pt>
          <cx:pt idx="2481">Male</cx:pt>
          <cx:pt idx="2482">Male</cx:pt>
          <cx:pt idx="2483">Male</cx:pt>
          <cx:pt idx="2484">Male</cx:pt>
          <cx:pt idx="2485">Male</cx:pt>
          <cx:pt idx="2486">Male</cx:pt>
          <cx:pt idx="2487">Male</cx:pt>
          <cx:pt idx="2488">Male</cx:pt>
          <cx:pt idx="2489">Male</cx:pt>
          <cx:pt idx="2490">Male</cx:pt>
          <cx:pt idx="2491">Male</cx:pt>
          <cx:pt idx="2492">Male</cx:pt>
          <cx:pt idx="2493">Male</cx:pt>
          <cx:pt idx="2494">Male</cx:pt>
          <cx:pt idx="2495">Male</cx:pt>
          <cx:pt idx="2496">Male</cx:pt>
          <cx:pt idx="2497">Male</cx:pt>
          <cx:pt idx="2498">Male</cx:pt>
          <cx:pt idx="2499">Male</cx:pt>
          <cx:pt idx="2500">Male</cx:pt>
          <cx:pt idx="2501">Male</cx:pt>
          <cx:pt idx="2502">Male</cx:pt>
          <cx:pt idx="2503">Male</cx:pt>
          <cx:pt idx="2504">Male</cx:pt>
          <cx:pt idx="2505">Male</cx:pt>
          <cx:pt idx="2506">Male</cx:pt>
          <cx:pt idx="2507">Male</cx:pt>
          <cx:pt idx="2508">Male</cx:pt>
          <cx:pt idx="2509">Male</cx:pt>
          <cx:pt idx="2510">Male</cx:pt>
          <cx:pt idx="2511">Male</cx:pt>
          <cx:pt idx="2512">Male</cx:pt>
          <cx:pt idx="2513">Male</cx:pt>
          <cx:pt idx="2514">Male</cx:pt>
          <cx:pt idx="2515">Male</cx:pt>
          <cx:pt idx="2516">Male</cx:pt>
          <cx:pt idx="2517">Male</cx:pt>
          <cx:pt idx="2518">Male</cx:pt>
          <cx:pt idx="2519">Male</cx:pt>
          <cx:pt idx="2520">Male</cx:pt>
          <cx:pt idx="2521">Male</cx:pt>
          <cx:pt idx="2522">Male</cx:pt>
          <cx:pt idx="2523">Male</cx:pt>
          <cx:pt idx="2524">Male</cx:pt>
          <cx:pt idx="2525">Male</cx:pt>
          <cx:pt idx="2526">Male</cx:pt>
          <cx:pt idx="2527">Male</cx:pt>
          <cx:pt idx="2528">Male</cx:pt>
          <cx:pt idx="2529">Male</cx:pt>
          <cx:pt idx="2530">Male</cx:pt>
          <cx:pt idx="2531">Male</cx:pt>
          <cx:pt idx="2532">Male</cx:pt>
          <cx:pt idx="2533">Male</cx:pt>
          <cx:pt idx="2534">Male</cx:pt>
          <cx:pt idx="2535">Male</cx:pt>
          <cx:pt idx="2536">Male</cx:pt>
          <cx:pt idx="2537">Male</cx:pt>
          <cx:pt idx="2538">Male</cx:pt>
          <cx:pt idx="2539">Male</cx:pt>
          <cx:pt idx="2540">Male</cx:pt>
          <cx:pt idx="2541">Male</cx:pt>
          <cx:pt idx="2542">Male</cx:pt>
          <cx:pt idx="2543">Male</cx:pt>
          <cx:pt idx="2544">Male</cx:pt>
          <cx:pt idx="2545">Male</cx:pt>
          <cx:pt idx="2546">Male</cx:pt>
          <cx:pt idx="2547">Male</cx:pt>
          <cx:pt idx="2548">Male</cx:pt>
          <cx:pt idx="2549">Male</cx:pt>
          <cx:pt idx="2550">Male</cx:pt>
          <cx:pt idx="2551">Male</cx:pt>
          <cx:pt idx="2552">Male</cx:pt>
          <cx:pt idx="2553">Male</cx:pt>
          <cx:pt idx="2554">Male</cx:pt>
          <cx:pt idx="2555">Male</cx:pt>
          <cx:pt idx="2556">Male</cx:pt>
          <cx:pt idx="2557">Male</cx:pt>
          <cx:pt idx="2558">Male</cx:pt>
          <cx:pt idx="2559">Male</cx:pt>
          <cx:pt idx="2560">Male</cx:pt>
          <cx:pt idx="2561">Male</cx:pt>
          <cx:pt idx="2562">Male</cx:pt>
          <cx:pt idx="2563">Male</cx:pt>
          <cx:pt idx="2564">Male</cx:pt>
          <cx:pt idx="2565">Male</cx:pt>
          <cx:pt idx="2566">Male</cx:pt>
          <cx:pt idx="2567">Male</cx:pt>
          <cx:pt idx="2568">Male</cx:pt>
          <cx:pt idx="2569">Male</cx:pt>
          <cx:pt idx="2570">Male</cx:pt>
          <cx:pt idx="2571">Male</cx:pt>
          <cx:pt idx="2572">Male</cx:pt>
          <cx:pt idx="2573">Male</cx:pt>
          <cx:pt idx="2574">Male</cx:pt>
          <cx:pt idx="2575">Male</cx:pt>
          <cx:pt idx="2576">Male</cx:pt>
          <cx:pt idx="2577">Male</cx:pt>
          <cx:pt idx="2578">Male</cx:pt>
          <cx:pt idx="2579">Male</cx:pt>
          <cx:pt idx="2580">Male</cx:pt>
          <cx:pt idx="2581">Male</cx:pt>
          <cx:pt idx="2582">Male</cx:pt>
          <cx:pt idx="2583">Male</cx:pt>
          <cx:pt idx="2584">Male</cx:pt>
          <cx:pt idx="2585">Male</cx:pt>
          <cx:pt idx="2586">Male</cx:pt>
          <cx:pt idx="2587">Male</cx:pt>
          <cx:pt idx="2588">Male</cx:pt>
          <cx:pt idx="2589">Male</cx:pt>
          <cx:pt idx="2590">Male</cx:pt>
          <cx:pt idx="2591">Male</cx:pt>
          <cx:pt idx="2592">Male</cx:pt>
          <cx:pt idx="2593">Male</cx:pt>
          <cx:pt idx="2594">Male</cx:pt>
          <cx:pt idx="2595">Male</cx:pt>
          <cx:pt idx="2596">Male</cx:pt>
          <cx:pt idx="2597">Male</cx:pt>
          <cx:pt idx="2598">Male</cx:pt>
          <cx:pt idx="2599">Male</cx:pt>
          <cx:pt idx="2600">Male</cx:pt>
          <cx:pt idx="2601">Male</cx:pt>
          <cx:pt idx="2602">Male</cx:pt>
          <cx:pt idx="2603">Male</cx:pt>
          <cx:pt idx="2604">Male</cx:pt>
          <cx:pt idx="2605">Male</cx:pt>
          <cx:pt idx="2606">Male</cx:pt>
          <cx:pt idx="2607">Male</cx:pt>
          <cx:pt idx="2608">Male</cx:pt>
          <cx:pt idx="2609">Male</cx:pt>
          <cx:pt idx="2610">Male</cx:pt>
          <cx:pt idx="2611">Male</cx:pt>
          <cx:pt idx="2612">Male</cx:pt>
          <cx:pt idx="2613">Male</cx:pt>
          <cx:pt idx="2614">Male</cx:pt>
          <cx:pt idx="2615">Male</cx:pt>
          <cx:pt idx="2616">Male</cx:pt>
          <cx:pt idx="2617">Male</cx:pt>
          <cx:pt idx="2618">Male</cx:pt>
          <cx:pt idx="2619">Male</cx:pt>
          <cx:pt idx="2620">Male</cx:pt>
          <cx:pt idx="2621">Male</cx:pt>
          <cx:pt idx="2622">Male</cx:pt>
          <cx:pt idx="2623">Male</cx:pt>
          <cx:pt idx="2624">Male</cx:pt>
          <cx:pt idx="2625">Male</cx:pt>
          <cx:pt idx="2626">Male</cx:pt>
          <cx:pt idx="2627">Male</cx:pt>
          <cx:pt idx="2628">Male</cx:pt>
          <cx:pt idx="2629">Male</cx:pt>
          <cx:pt idx="2630">Male</cx:pt>
          <cx:pt idx="2631">Male</cx:pt>
          <cx:pt idx="2632">Male</cx:pt>
          <cx:pt idx="2633">Male</cx:pt>
          <cx:pt idx="2634">Male</cx:pt>
          <cx:pt idx="2635">Male</cx:pt>
          <cx:pt idx="2636">Male</cx:pt>
          <cx:pt idx="2637">Male</cx:pt>
          <cx:pt idx="2638">Male</cx:pt>
          <cx:pt idx="2639">Male</cx:pt>
          <cx:pt idx="2640">Male</cx:pt>
          <cx:pt idx="2641">Male</cx:pt>
          <cx:pt idx="2642">Male</cx:pt>
          <cx:pt idx="2643">Male</cx:pt>
          <cx:pt idx="2644">Male</cx:pt>
          <cx:pt idx="2645">Male</cx:pt>
          <cx:pt idx="2646">Male</cx:pt>
          <cx:pt idx="2647">Male</cx:pt>
          <cx:pt idx="2648">Male</cx:pt>
          <cx:pt idx="2649">Male</cx:pt>
          <cx:pt idx="2650">Male</cx:pt>
          <cx:pt idx="2651">Male</cx:pt>
          <cx:pt idx="2652">Female</cx:pt>
          <cx:pt idx="2653">Female</cx:pt>
          <cx:pt idx="2654">Female</cx:pt>
          <cx:pt idx="2655">Female</cx:pt>
          <cx:pt idx="2656">Female</cx:pt>
          <cx:pt idx="2657">Female</cx:pt>
          <cx:pt idx="2658">Female</cx:pt>
          <cx:pt idx="2659">Female</cx:pt>
          <cx:pt idx="2660">Female</cx:pt>
          <cx:pt idx="2661">Female</cx:pt>
          <cx:pt idx="2662">Female</cx:pt>
          <cx:pt idx="2663">Female</cx:pt>
          <cx:pt idx="2664">Female</cx:pt>
          <cx:pt idx="2665">Female</cx:pt>
          <cx:pt idx="2666">Female</cx:pt>
          <cx:pt idx="2667">Female</cx:pt>
          <cx:pt idx="2668">Female</cx:pt>
          <cx:pt idx="2669">Female</cx:pt>
          <cx:pt idx="2670">Female</cx:pt>
          <cx:pt idx="2671">Female</cx:pt>
          <cx:pt idx="2672">Female</cx:pt>
          <cx:pt idx="2673">Female</cx:pt>
          <cx:pt idx="2674">Female</cx:pt>
          <cx:pt idx="2675">Female</cx:pt>
          <cx:pt idx="2676">Female</cx:pt>
          <cx:pt idx="2677">Female</cx:pt>
          <cx:pt idx="2678">Female</cx:pt>
          <cx:pt idx="2679">Female</cx:pt>
          <cx:pt idx="2680">Female</cx:pt>
          <cx:pt idx="2681">Female</cx:pt>
          <cx:pt idx="2682">Female</cx:pt>
          <cx:pt idx="2683">Female</cx:pt>
          <cx:pt idx="2684">Female</cx:pt>
          <cx:pt idx="2685">Female</cx:pt>
          <cx:pt idx="2686">Female</cx:pt>
          <cx:pt idx="2687">Female</cx:pt>
          <cx:pt idx="2688">Female</cx:pt>
          <cx:pt idx="2689">Female</cx:pt>
          <cx:pt idx="2690">Female</cx:pt>
          <cx:pt idx="2691">Female</cx:pt>
          <cx:pt idx="2692">Female</cx:pt>
          <cx:pt idx="2693">Female</cx:pt>
          <cx:pt idx="2694">Female</cx:pt>
          <cx:pt idx="2695">Female</cx:pt>
          <cx:pt idx="2696">Female</cx:pt>
          <cx:pt idx="2697">Female</cx:pt>
          <cx:pt idx="2698">Female</cx:pt>
          <cx:pt idx="2699">Female</cx:pt>
          <cx:pt idx="2700">Female</cx:pt>
          <cx:pt idx="2701">Female</cx:pt>
          <cx:pt idx="2702">Female</cx:pt>
          <cx:pt idx="2703">Female</cx:pt>
          <cx:pt idx="2704">Female</cx:pt>
          <cx:pt idx="2705">Female</cx:pt>
          <cx:pt idx="2706">Female</cx:pt>
          <cx:pt idx="2707">Female</cx:pt>
          <cx:pt idx="2708">Female</cx:pt>
          <cx:pt idx="2709">Female</cx:pt>
          <cx:pt idx="2710">Female</cx:pt>
          <cx:pt idx="2711">Female</cx:pt>
          <cx:pt idx="2712">Female</cx:pt>
          <cx:pt idx="2713">Female</cx:pt>
          <cx:pt idx="2714">Female</cx:pt>
          <cx:pt idx="2715">Female</cx:pt>
          <cx:pt idx="2716">Female</cx:pt>
          <cx:pt idx="2717">Female</cx:pt>
          <cx:pt idx="2718">Female</cx:pt>
          <cx:pt idx="2719">Female</cx:pt>
          <cx:pt idx="2720">Female</cx:pt>
          <cx:pt idx="2721">Female</cx:pt>
          <cx:pt idx="2722">Female</cx:pt>
          <cx:pt idx="2723">Female</cx:pt>
          <cx:pt idx="2724">Female</cx:pt>
          <cx:pt idx="2725">Female</cx:pt>
          <cx:pt idx="2726">Female</cx:pt>
          <cx:pt idx="2727">Female</cx:pt>
          <cx:pt idx="2728">Female</cx:pt>
          <cx:pt idx="2729">Female</cx:pt>
          <cx:pt idx="2730">Female</cx:pt>
          <cx:pt idx="2731">Female</cx:pt>
          <cx:pt idx="2732">Female</cx:pt>
          <cx:pt idx="2733">Female</cx:pt>
          <cx:pt idx="2734">Female</cx:pt>
          <cx:pt idx="2735">Female</cx:pt>
          <cx:pt idx="2736">Female</cx:pt>
          <cx:pt idx="2737">Female</cx:pt>
          <cx:pt idx="2738">Female</cx:pt>
          <cx:pt idx="2739">Female</cx:pt>
          <cx:pt idx="2740">Female</cx:pt>
          <cx:pt idx="2741">Female</cx:pt>
          <cx:pt idx="2742">Female</cx:pt>
          <cx:pt idx="2743">Female</cx:pt>
          <cx:pt idx="2744">Female</cx:pt>
          <cx:pt idx="2745">Female</cx:pt>
          <cx:pt idx="2746">Female</cx:pt>
          <cx:pt idx="2747">Female</cx:pt>
          <cx:pt idx="2748">Female</cx:pt>
          <cx:pt idx="2749">Female</cx:pt>
          <cx:pt idx="2750">Female</cx:pt>
          <cx:pt idx="2751">Female</cx:pt>
          <cx:pt idx="2752">Female</cx:pt>
          <cx:pt idx="2753">Female</cx:pt>
          <cx:pt idx="2754">Female</cx:pt>
          <cx:pt idx="2755">Female</cx:pt>
          <cx:pt idx="2756">Female</cx:pt>
          <cx:pt idx="2757">Female</cx:pt>
          <cx:pt idx="2758">Female</cx:pt>
          <cx:pt idx="2759">Female</cx:pt>
          <cx:pt idx="2760">Female</cx:pt>
          <cx:pt idx="2761">Female</cx:pt>
          <cx:pt idx="2762">Female</cx:pt>
          <cx:pt idx="2763">Female</cx:pt>
          <cx:pt idx="2764">Female</cx:pt>
          <cx:pt idx="2765">Female</cx:pt>
          <cx:pt idx="2766">Female</cx:pt>
          <cx:pt idx="2767">Female</cx:pt>
          <cx:pt idx="2768">Female</cx:pt>
          <cx:pt idx="2769">Female</cx:pt>
          <cx:pt idx="2770">Female</cx:pt>
          <cx:pt idx="2771">Female</cx:pt>
          <cx:pt idx="2772">Female</cx:pt>
          <cx:pt idx="2773">Female</cx:pt>
          <cx:pt idx="2774">Female</cx:pt>
          <cx:pt idx="2775">Female</cx:pt>
          <cx:pt idx="2776">Female</cx:pt>
          <cx:pt idx="2777">Female</cx:pt>
          <cx:pt idx="2778">Female</cx:pt>
          <cx:pt idx="2779">Female</cx:pt>
          <cx:pt idx="2780">Female</cx:pt>
          <cx:pt idx="2781">Female</cx:pt>
          <cx:pt idx="2782">Female</cx:pt>
          <cx:pt idx="2783">Female</cx:pt>
          <cx:pt idx="2784">Female</cx:pt>
          <cx:pt idx="2785">Female</cx:pt>
          <cx:pt idx="2786">Female</cx:pt>
          <cx:pt idx="2787">Female</cx:pt>
          <cx:pt idx="2788">Female</cx:pt>
          <cx:pt idx="2789">Female</cx:pt>
          <cx:pt idx="2790">Female</cx:pt>
          <cx:pt idx="2791">Female</cx:pt>
          <cx:pt idx="2792">Female</cx:pt>
          <cx:pt idx="2793">Female</cx:pt>
          <cx:pt idx="2794">Female</cx:pt>
          <cx:pt idx="2795">Female</cx:pt>
          <cx:pt idx="2796">Female</cx:pt>
          <cx:pt idx="2797">Female</cx:pt>
          <cx:pt idx="2798">Female</cx:pt>
          <cx:pt idx="2799">Female</cx:pt>
          <cx:pt idx="2800">Female</cx:pt>
          <cx:pt idx="2801">Female</cx:pt>
          <cx:pt idx="2802">Female</cx:pt>
          <cx:pt idx="2803">Female</cx:pt>
          <cx:pt idx="2804">Female</cx:pt>
          <cx:pt idx="2805">Female</cx:pt>
          <cx:pt idx="2806">Female</cx:pt>
          <cx:pt idx="2807">Female</cx:pt>
          <cx:pt idx="2808">Female</cx:pt>
          <cx:pt idx="2809">Female</cx:pt>
          <cx:pt idx="2810">Female</cx:pt>
          <cx:pt idx="2811">Female</cx:pt>
          <cx:pt idx="2812">Female</cx:pt>
          <cx:pt idx="2813">Female</cx:pt>
          <cx:pt idx="2814">Female</cx:pt>
          <cx:pt idx="2815">Female</cx:pt>
          <cx:pt idx="2816">Female</cx:pt>
          <cx:pt idx="2817">Female</cx:pt>
          <cx:pt idx="2818">Female</cx:pt>
          <cx:pt idx="2819">Female</cx:pt>
          <cx:pt idx="2820">Female</cx:pt>
          <cx:pt idx="2821">Female</cx:pt>
          <cx:pt idx="2822">Female</cx:pt>
          <cx:pt idx="2823">Female</cx:pt>
          <cx:pt idx="2824">Female</cx:pt>
          <cx:pt idx="2825">Female</cx:pt>
          <cx:pt idx="2826">Female</cx:pt>
          <cx:pt idx="2827">Female</cx:pt>
          <cx:pt idx="2828">Female</cx:pt>
          <cx:pt idx="2829">Female</cx:pt>
          <cx:pt idx="2830">Female</cx:pt>
          <cx:pt idx="2831">Female</cx:pt>
          <cx:pt idx="2832">Female</cx:pt>
          <cx:pt idx="2833">Female</cx:pt>
          <cx:pt idx="2834">Female</cx:pt>
          <cx:pt idx="2835">Female</cx:pt>
          <cx:pt idx="2836">Female</cx:pt>
          <cx:pt idx="2837">Female</cx:pt>
          <cx:pt idx="2838">Female</cx:pt>
          <cx:pt idx="2839">Female</cx:pt>
          <cx:pt idx="2840">Female</cx:pt>
          <cx:pt idx="2841">Female</cx:pt>
          <cx:pt idx="2842">Female</cx:pt>
          <cx:pt idx="2843">Female</cx:pt>
          <cx:pt idx="2844">Female</cx:pt>
          <cx:pt idx="2845">Female</cx:pt>
          <cx:pt idx="2846">Female</cx:pt>
          <cx:pt idx="2847">Female</cx:pt>
          <cx:pt idx="2848">Female</cx:pt>
          <cx:pt idx="2849">Female</cx:pt>
          <cx:pt idx="2850">Female</cx:pt>
          <cx:pt idx="2851">Female</cx:pt>
          <cx:pt idx="2852">Female</cx:pt>
          <cx:pt idx="2853">Female</cx:pt>
          <cx:pt idx="2854">Female</cx:pt>
          <cx:pt idx="2855">Female</cx:pt>
          <cx:pt idx="2856">Female</cx:pt>
          <cx:pt idx="2857">Female</cx:pt>
          <cx:pt idx="2858">Female</cx:pt>
          <cx:pt idx="2859">Female</cx:pt>
          <cx:pt idx="2860">Female</cx:pt>
          <cx:pt idx="2861">Female</cx:pt>
          <cx:pt idx="2862">Female</cx:pt>
          <cx:pt idx="2863">Female</cx:pt>
          <cx:pt idx="2864">Female</cx:pt>
          <cx:pt idx="2865">Female</cx:pt>
          <cx:pt idx="2866">Female</cx:pt>
          <cx:pt idx="2867">Female</cx:pt>
          <cx:pt idx="2868">Female</cx:pt>
          <cx:pt idx="2869">Female</cx:pt>
          <cx:pt idx="2870">Female</cx:pt>
          <cx:pt idx="2871">Female</cx:pt>
          <cx:pt idx="2872">Female</cx:pt>
          <cx:pt idx="2873">Female</cx:pt>
          <cx:pt idx="2874">Female</cx:pt>
          <cx:pt idx="2875">Female</cx:pt>
          <cx:pt idx="2876">Female</cx:pt>
          <cx:pt idx="2877">Female</cx:pt>
          <cx:pt idx="2878">Female</cx:pt>
          <cx:pt idx="2879">Female</cx:pt>
          <cx:pt idx="2880">Female</cx:pt>
          <cx:pt idx="2881">Female</cx:pt>
          <cx:pt idx="2882">Female</cx:pt>
          <cx:pt idx="2883">Female</cx:pt>
          <cx:pt idx="2884">Female</cx:pt>
          <cx:pt idx="2885">Female</cx:pt>
          <cx:pt idx="2886">Female</cx:pt>
          <cx:pt idx="2887">Female</cx:pt>
          <cx:pt idx="2888">Female</cx:pt>
          <cx:pt idx="2889">Female</cx:pt>
          <cx:pt idx="2890">Female</cx:pt>
          <cx:pt idx="2891">Female</cx:pt>
          <cx:pt idx="2892">Female</cx:pt>
          <cx:pt idx="2893">Female</cx:pt>
          <cx:pt idx="2894">Female</cx:pt>
          <cx:pt idx="2895">Female</cx:pt>
          <cx:pt idx="2896">Female</cx:pt>
          <cx:pt idx="2897">Female</cx:pt>
          <cx:pt idx="2898">Female</cx:pt>
          <cx:pt idx="2899">Female</cx:pt>
          <cx:pt idx="2900">Female</cx:pt>
          <cx:pt idx="2901">Female</cx:pt>
          <cx:pt idx="2902">Female</cx:pt>
          <cx:pt idx="2903">Female</cx:pt>
          <cx:pt idx="2904">Female</cx:pt>
          <cx:pt idx="2905">Female</cx:pt>
          <cx:pt idx="2906">Female</cx:pt>
          <cx:pt idx="2907">Female</cx:pt>
          <cx:pt idx="2908">Female</cx:pt>
          <cx:pt idx="2909">Female</cx:pt>
          <cx:pt idx="2910">Female</cx:pt>
          <cx:pt idx="2911">Female</cx:pt>
          <cx:pt idx="2912">Female</cx:pt>
          <cx:pt idx="2913">Female</cx:pt>
          <cx:pt idx="2914">Female</cx:pt>
          <cx:pt idx="2915">Female</cx:pt>
          <cx:pt idx="2916">Female</cx:pt>
          <cx:pt idx="2917">Female</cx:pt>
          <cx:pt idx="2918">Female</cx:pt>
          <cx:pt idx="2919">Female</cx:pt>
          <cx:pt idx="2920">Female</cx:pt>
          <cx:pt idx="2921">Female</cx:pt>
          <cx:pt idx="2922">Female</cx:pt>
          <cx:pt idx="2923">Female</cx:pt>
          <cx:pt idx="2924">Female</cx:pt>
          <cx:pt idx="2925">Female</cx:pt>
          <cx:pt idx="2926">Female</cx:pt>
          <cx:pt idx="2927">Female</cx:pt>
          <cx:pt idx="2928">Female</cx:pt>
          <cx:pt idx="2929">Female</cx:pt>
          <cx:pt idx="2930">Female</cx:pt>
          <cx:pt idx="2931">Female</cx:pt>
          <cx:pt idx="2932">Female</cx:pt>
          <cx:pt idx="2933">Female</cx:pt>
          <cx:pt idx="2934">Female</cx:pt>
          <cx:pt idx="2935">Female</cx:pt>
          <cx:pt idx="2936">Female</cx:pt>
          <cx:pt idx="2937">Female</cx:pt>
          <cx:pt idx="2938">Female</cx:pt>
          <cx:pt idx="2939">Female</cx:pt>
          <cx:pt idx="2940">Female</cx:pt>
          <cx:pt idx="2941">Female</cx:pt>
          <cx:pt idx="2942">Female</cx:pt>
          <cx:pt idx="2943">Female</cx:pt>
          <cx:pt idx="2944">Female</cx:pt>
          <cx:pt idx="2945">Female</cx:pt>
          <cx:pt idx="2946">Female</cx:pt>
          <cx:pt idx="2947">Female</cx:pt>
          <cx:pt idx="2948">Female</cx:pt>
          <cx:pt idx="2949">Female</cx:pt>
          <cx:pt idx="2950">Female</cx:pt>
          <cx:pt idx="2951">Female</cx:pt>
          <cx:pt idx="2952">Female</cx:pt>
          <cx:pt idx="2953">Female</cx:pt>
          <cx:pt idx="2954">Female</cx:pt>
          <cx:pt idx="2955">Female</cx:pt>
          <cx:pt idx="2956">Female</cx:pt>
          <cx:pt idx="2957">Female</cx:pt>
          <cx:pt idx="2958">Female</cx:pt>
          <cx:pt idx="2959">Female</cx:pt>
          <cx:pt idx="2960">Female</cx:pt>
          <cx:pt idx="2961">Female</cx:pt>
          <cx:pt idx="2962">Female</cx:pt>
          <cx:pt idx="2963">Female</cx:pt>
          <cx:pt idx="2964">Female</cx:pt>
          <cx:pt idx="2965">Female</cx:pt>
          <cx:pt idx="2966">Female</cx:pt>
          <cx:pt idx="2967">Female</cx:pt>
          <cx:pt idx="2968">Female</cx:pt>
          <cx:pt idx="2969">Female</cx:pt>
          <cx:pt idx="2970">Female</cx:pt>
          <cx:pt idx="2971">Female</cx:pt>
          <cx:pt idx="2972">Female</cx:pt>
          <cx:pt idx="2973">Female</cx:pt>
          <cx:pt idx="2974">Female</cx:pt>
          <cx:pt idx="2975">Female</cx:pt>
          <cx:pt idx="2976">Female</cx:pt>
          <cx:pt idx="2977">Female</cx:pt>
          <cx:pt idx="2978">Female</cx:pt>
          <cx:pt idx="2979">Female</cx:pt>
          <cx:pt idx="2980">Female</cx:pt>
          <cx:pt idx="2981">Female</cx:pt>
          <cx:pt idx="2982">Female</cx:pt>
          <cx:pt idx="2983">Female</cx:pt>
          <cx:pt idx="2984">Female</cx:pt>
          <cx:pt idx="2985">Female</cx:pt>
          <cx:pt idx="2986">Female</cx:pt>
          <cx:pt idx="2987">Female</cx:pt>
          <cx:pt idx="2988">Female</cx:pt>
          <cx:pt idx="2989">Female</cx:pt>
          <cx:pt idx="2990">Female</cx:pt>
          <cx:pt idx="2991">Female</cx:pt>
          <cx:pt idx="2992">Female</cx:pt>
          <cx:pt idx="2993">Female</cx:pt>
          <cx:pt idx="2994">Female</cx:pt>
          <cx:pt idx="2995">Female</cx:pt>
          <cx:pt idx="2996">Female</cx:pt>
          <cx:pt idx="2997">Female</cx:pt>
          <cx:pt idx="2998">Female</cx:pt>
          <cx:pt idx="2999">Female</cx:pt>
          <cx:pt idx="3000">Female</cx:pt>
          <cx:pt idx="3001">Female</cx:pt>
          <cx:pt idx="3002">Female</cx:pt>
          <cx:pt idx="3003">Female</cx:pt>
          <cx:pt idx="3004">Female</cx:pt>
          <cx:pt idx="3005">Female</cx:pt>
          <cx:pt idx="3006">Female</cx:pt>
          <cx:pt idx="3007">Female</cx:pt>
          <cx:pt idx="3008">Female</cx:pt>
          <cx:pt idx="3009">Female</cx:pt>
          <cx:pt idx="3010">Female</cx:pt>
          <cx:pt idx="3011">Female</cx:pt>
          <cx:pt idx="3012">Female</cx:pt>
          <cx:pt idx="3013">Female</cx:pt>
          <cx:pt idx="3014">Female</cx:pt>
          <cx:pt idx="3015">Female</cx:pt>
          <cx:pt idx="3016">Female</cx:pt>
          <cx:pt idx="3017">Female</cx:pt>
          <cx:pt idx="3018">Female</cx:pt>
          <cx:pt idx="3019">Female</cx:pt>
          <cx:pt idx="3020">Female</cx:pt>
          <cx:pt idx="3021">Female</cx:pt>
          <cx:pt idx="3022">Female</cx:pt>
          <cx:pt idx="3023">Female</cx:pt>
          <cx:pt idx="3024">Female</cx:pt>
          <cx:pt idx="3025">Female</cx:pt>
          <cx:pt idx="3026">Female</cx:pt>
          <cx:pt idx="3027">Female</cx:pt>
          <cx:pt idx="3028">Female</cx:pt>
          <cx:pt idx="3029">Female</cx:pt>
          <cx:pt idx="3030">Female</cx:pt>
          <cx:pt idx="3031">Female</cx:pt>
          <cx:pt idx="3032">Female</cx:pt>
          <cx:pt idx="3033">Female</cx:pt>
          <cx:pt idx="3034">Female</cx:pt>
          <cx:pt idx="3035">Female</cx:pt>
          <cx:pt idx="3036">Female</cx:pt>
          <cx:pt idx="3037">Female</cx:pt>
          <cx:pt idx="3038">Female</cx:pt>
          <cx:pt idx="3039">Female</cx:pt>
          <cx:pt idx="3040">Female</cx:pt>
          <cx:pt idx="3041">Female</cx:pt>
          <cx:pt idx="3042">Female</cx:pt>
          <cx:pt idx="3043">Female</cx:pt>
          <cx:pt idx="3044">Female</cx:pt>
          <cx:pt idx="3045">Female</cx:pt>
          <cx:pt idx="3046">Female</cx:pt>
          <cx:pt idx="3047">Female</cx:pt>
          <cx:pt idx="3048">Female</cx:pt>
          <cx:pt idx="3049">Female</cx:pt>
          <cx:pt idx="3050">Female</cx:pt>
          <cx:pt idx="3051">Female</cx:pt>
          <cx:pt idx="3052">Female</cx:pt>
          <cx:pt idx="3053">Female</cx:pt>
          <cx:pt idx="3054">Female</cx:pt>
          <cx:pt idx="3055">Female</cx:pt>
          <cx:pt idx="3056">Female</cx:pt>
          <cx:pt idx="3057">Female</cx:pt>
          <cx:pt idx="3058">Female</cx:pt>
          <cx:pt idx="3059">Female</cx:pt>
          <cx:pt idx="3060">Female</cx:pt>
          <cx:pt idx="3061">Female</cx:pt>
          <cx:pt idx="3062">Female</cx:pt>
          <cx:pt idx="3063">Female</cx:pt>
          <cx:pt idx="3064">Female</cx:pt>
          <cx:pt idx="3065">Female</cx:pt>
          <cx:pt idx="3066">Female</cx:pt>
          <cx:pt idx="3067">Female</cx:pt>
          <cx:pt idx="3068">Female</cx:pt>
          <cx:pt idx="3069">Female</cx:pt>
          <cx:pt idx="3070">Female</cx:pt>
          <cx:pt idx="3071">Female</cx:pt>
          <cx:pt idx="3072">Female</cx:pt>
          <cx:pt idx="3073">Female</cx:pt>
          <cx:pt idx="3074">Female</cx:pt>
          <cx:pt idx="3075">Female</cx:pt>
          <cx:pt idx="3076">Female</cx:pt>
          <cx:pt idx="3077">Female</cx:pt>
          <cx:pt idx="3078">Female</cx:pt>
          <cx:pt idx="3079">Female</cx:pt>
          <cx:pt idx="3080">Female</cx:pt>
          <cx:pt idx="3081">Female</cx:pt>
          <cx:pt idx="3082">Female</cx:pt>
          <cx:pt idx="3083">Female</cx:pt>
          <cx:pt idx="3084">Female</cx:pt>
          <cx:pt idx="3085">Female</cx:pt>
          <cx:pt idx="3086">Female</cx:pt>
          <cx:pt idx="3087">Female</cx:pt>
          <cx:pt idx="3088">Female</cx:pt>
          <cx:pt idx="3089">Female</cx:pt>
          <cx:pt idx="3090">Female</cx:pt>
          <cx:pt idx="3091">Female</cx:pt>
          <cx:pt idx="3092">Female</cx:pt>
          <cx:pt idx="3093">Female</cx:pt>
          <cx:pt idx="3094">Female</cx:pt>
          <cx:pt idx="3095">Female</cx:pt>
          <cx:pt idx="3096">Female</cx:pt>
          <cx:pt idx="3097">Female</cx:pt>
          <cx:pt idx="3098">Female</cx:pt>
          <cx:pt idx="3099">Female</cx:pt>
          <cx:pt idx="3100">Female</cx:pt>
          <cx:pt idx="3101">Female</cx:pt>
          <cx:pt idx="3102">Female</cx:pt>
          <cx:pt idx="3103">Female</cx:pt>
          <cx:pt idx="3104">Female</cx:pt>
          <cx:pt idx="3105">Female</cx:pt>
          <cx:pt idx="3106">Female</cx:pt>
          <cx:pt idx="3107">Female</cx:pt>
          <cx:pt idx="3108">Female</cx:pt>
          <cx:pt idx="3109">Female</cx:pt>
          <cx:pt idx="3110">Female</cx:pt>
          <cx:pt idx="3111">Female</cx:pt>
          <cx:pt idx="3112">Female</cx:pt>
          <cx:pt idx="3113">Female</cx:pt>
          <cx:pt idx="3114">Female</cx:pt>
          <cx:pt idx="3115">Female</cx:pt>
          <cx:pt idx="3116">Female</cx:pt>
          <cx:pt idx="3117">Female</cx:pt>
          <cx:pt idx="3118">Female</cx:pt>
          <cx:pt idx="3119">Female</cx:pt>
          <cx:pt idx="3120">Female</cx:pt>
          <cx:pt idx="3121">Female</cx:pt>
          <cx:pt idx="3122">Female</cx:pt>
          <cx:pt idx="3123">Female</cx:pt>
          <cx:pt idx="3124">Female</cx:pt>
          <cx:pt idx="3125">Female</cx:pt>
          <cx:pt idx="3126">Female</cx:pt>
          <cx:pt idx="3127">Female</cx:pt>
          <cx:pt idx="3128">Female</cx:pt>
          <cx:pt idx="3129">Female</cx:pt>
          <cx:pt idx="3130">Female</cx:pt>
          <cx:pt idx="3131">Female</cx:pt>
          <cx:pt idx="3132">Female</cx:pt>
          <cx:pt idx="3133">Female</cx:pt>
          <cx:pt idx="3134">Female</cx:pt>
          <cx:pt idx="3135">Female</cx:pt>
          <cx:pt idx="3136">Female</cx:pt>
          <cx:pt idx="3137">Female</cx:pt>
          <cx:pt idx="3138">Female</cx:pt>
          <cx:pt idx="3139">Female</cx:pt>
          <cx:pt idx="3140">Female</cx:pt>
          <cx:pt idx="3141">Female</cx:pt>
          <cx:pt idx="3142">Female</cx:pt>
          <cx:pt idx="3143">Female</cx:pt>
          <cx:pt idx="3144">Female</cx:pt>
          <cx:pt idx="3145">Female</cx:pt>
          <cx:pt idx="3146">Female</cx:pt>
          <cx:pt idx="3147">Female</cx:pt>
          <cx:pt idx="3148">Female</cx:pt>
          <cx:pt idx="3149">Female</cx:pt>
          <cx:pt idx="3150">Female</cx:pt>
          <cx:pt idx="3151">Female</cx:pt>
          <cx:pt idx="3152">Female</cx:pt>
          <cx:pt idx="3153">Female</cx:pt>
          <cx:pt idx="3154">Female</cx:pt>
          <cx:pt idx="3155">Female</cx:pt>
          <cx:pt idx="3156">Female</cx:pt>
          <cx:pt idx="3157">Female</cx:pt>
          <cx:pt idx="3158">Female</cx:pt>
          <cx:pt idx="3159">Female</cx:pt>
          <cx:pt idx="3160">Female</cx:pt>
          <cx:pt idx="3161">Female</cx:pt>
          <cx:pt idx="3162">Female</cx:pt>
          <cx:pt idx="3163">Female</cx:pt>
          <cx:pt idx="3164">Female</cx:pt>
          <cx:pt idx="3165">Female</cx:pt>
          <cx:pt idx="3166">Female</cx:pt>
          <cx:pt idx="3167">Female</cx:pt>
          <cx:pt idx="3168">Female</cx:pt>
          <cx:pt idx="3169">Female</cx:pt>
          <cx:pt idx="3170">Female</cx:pt>
          <cx:pt idx="3171">Female</cx:pt>
          <cx:pt idx="3172">Female</cx:pt>
          <cx:pt idx="3173">Female</cx:pt>
          <cx:pt idx="3174">Female</cx:pt>
          <cx:pt idx="3175">Female</cx:pt>
          <cx:pt idx="3176">Female</cx:pt>
          <cx:pt idx="3177">Female</cx:pt>
          <cx:pt idx="3178">Female</cx:pt>
          <cx:pt idx="3179">Female</cx:pt>
          <cx:pt idx="3180">Female</cx:pt>
          <cx:pt idx="3181">Female</cx:pt>
          <cx:pt idx="3182">Female</cx:pt>
          <cx:pt idx="3183">Female</cx:pt>
          <cx:pt idx="3184">Female</cx:pt>
          <cx:pt idx="3185">Female</cx:pt>
          <cx:pt idx="3186">Female</cx:pt>
          <cx:pt idx="3187">Female</cx:pt>
          <cx:pt idx="3188">Female</cx:pt>
          <cx:pt idx="3189">Female</cx:pt>
          <cx:pt idx="3190">Female</cx:pt>
          <cx:pt idx="3191">Female</cx:pt>
          <cx:pt idx="3192">Female</cx:pt>
          <cx:pt idx="3193">Female</cx:pt>
          <cx:pt idx="3194">Female</cx:pt>
          <cx:pt idx="3195">Female</cx:pt>
          <cx:pt idx="3196">Female</cx:pt>
          <cx:pt idx="3197">Female</cx:pt>
          <cx:pt idx="3198">Female</cx:pt>
          <cx:pt idx="3199">Female</cx:pt>
          <cx:pt idx="3200">Female</cx:pt>
          <cx:pt idx="3201">Female</cx:pt>
          <cx:pt idx="3202">Female</cx:pt>
          <cx:pt idx="3203">Female</cx:pt>
          <cx:pt idx="3204">Female</cx:pt>
          <cx:pt idx="3205">Female</cx:pt>
          <cx:pt idx="3206">Female</cx:pt>
          <cx:pt idx="3207">Female</cx:pt>
          <cx:pt idx="3208">Female</cx:pt>
          <cx:pt idx="3209">Female</cx:pt>
          <cx:pt idx="3210">Female</cx:pt>
          <cx:pt idx="3211">Female</cx:pt>
          <cx:pt idx="3212">Female</cx:pt>
          <cx:pt idx="3213">Female</cx:pt>
          <cx:pt idx="3214">Female</cx:pt>
          <cx:pt idx="3215">Female</cx:pt>
          <cx:pt idx="3216">Female</cx:pt>
          <cx:pt idx="3217">Female</cx:pt>
          <cx:pt idx="3218">Female</cx:pt>
          <cx:pt idx="3219">Female</cx:pt>
          <cx:pt idx="3220">Female</cx:pt>
          <cx:pt idx="3221">Female</cx:pt>
          <cx:pt idx="3222">Female</cx:pt>
          <cx:pt idx="3223">Female</cx:pt>
          <cx:pt idx="3224">Female</cx:pt>
          <cx:pt idx="3225">Female</cx:pt>
          <cx:pt idx="3226">Female</cx:pt>
          <cx:pt idx="3227">Female</cx:pt>
          <cx:pt idx="3228">Female</cx:pt>
          <cx:pt idx="3229">Female</cx:pt>
          <cx:pt idx="3230">Female</cx:pt>
          <cx:pt idx="3231">Female</cx:pt>
          <cx:pt idx="3232">Female</cx:pt>
          <cx:pt idx="3233">Female</cx:pt>
          <cx:pt idx="3234">Female</cx:pt>
          <cx:pt idx="3235">Female</cx:pt>
          <cx:pt idx="3236">Female</cx:pt>
          <cx:pt idx="3237">Female</cx:pt>
          <cx:pt idx="3238">Female</cx:pt>
          <cx:pt idx="3239">Female</cx:pt>
          <cx:pt idx="3240">Female</cx:pt>
          <cx:pt idx="3241">Female</cx:pt>
          <cx:pt idx="3242">Female</cx:pt>
          <cx:pt idx="3243">Female</cx:pt>
          <cx:pt idx="3244">Female</cx:pt>
          <cx:pt idx="3245">Female</cx:pt>
          <cx:pt idx="3246">Female</cx:pt>
          <cx:pt idx="3247">Female</cx:pt>
          <cx:pt idx="3248">Female</cx:pt>
          <cx:pt idx="3249">Female</cx:pt>
          <cx:pt idx="3250">Female</cx:pt>
          <cx:pt idx="3251">Female</cx:pt>
          <cx:pt idx="3252">Female</cx:pt>
          <cx:pt idx="3253">Female</cx:pt>
          <cx:pt idx="3254">Female</cx:pt>
          <cx:pt idx="3255">Female</cx:pt>
          <cx:pt idx="3256">Female</cx:pt>
          <cx:pt idx="3257">Female</cx:pt>
          <cx:pt idx="3258">Female</cx:pt>
          <cx:pt idx="3259">Female</cx:pt>
          <cx:pt idx="3260">Female</cx:pt>
          <cx:pt idx="3261">Female</cx:pt>
          <cx:pt idx="3262">Female</cx:pt>
          <cx:pt idx="3263">Female</cx:pt>
          <cx:pt idx="3264">Female</cx:pt>
          <cx:pt idx="3265">Female</cx:pt>
          <cx:pt idx="3266">Female</cx:pt>
          <cx:pt idx="3267">Female</cx:pt>
          <cx:pt idx="3268">Female</cx:pt>
          <cx:pt idx="3269">Female</cx:pt>
          <cx:pt idx="3270">Female</cx:pt>
          <cx:pt idx="3271">Female</cx:pt>
          <cx:pt idx="3272">Female</cx:pt>
          <cx:pt idx="3273">Female</cx:pt>
          <cx:pt idx="3274">Female</cx:pt>
          <cx:pt idx="3275">Female</cx:pt>
          <cx:pt idx="3276">Female</cx:pt>
          <cx:pt idx="3277">Female</cx:pt>
          <cx:pt idx="3278">Female</cx:pt>
          <cx:pt idx="3279">Female</cx:pt>
          <cx:pt idx="3280">Female</cx:pt>
          <cx:pt idx="3281">Female</cx:pt>
          <cx:pt idx="3282">Female</cx:pt>
          <cx:pt idx="3283">Female</cx:pt>
          <cx:pt idx="3284">Female</cx:pt>
          <cx:pt idx="3285">Female</cx:pt>
          <cx:pt idx="3286">Female</cx:pt>
          <cx:pt idx="3287">Female</cx:pt>
          <cx:pt idx="3288">Female</cx:pt>
          <cx:pt idx="3289">Female</cx:pt>
          <cx:pt idx="3290">Female</cx:pt>
          <cx:pt idx="3291">Female</cx:pt>
          <cx:pt idx="3292">Female</cx:pt>
          <cx:pt idx="3293">Female</cx:pt>
          <cx:pt idx="3294">Female</cx:pt>
          <cx:pt idx="3295">Female</cx:pt>
          <cx:pt idx="3296">Female</cx:pt>
          <cx:pt idx="3297">Female</cx:pt>
          <cx:pt idx="3298">Female</cx:pt>
          <cx:pt idx="3299">Female</cx:pt>
          <cx:pt idx="3300">Female</cx:pt>
          <cx:pt idx="3301">Female</cx:pt>
          <cx:pt idx="3302">Female</cx:pt>
          <cx:pt idx="3303">Female</cx:pt>
          <cx:pt idx="3304">Female</cx:pt>
          <cx:pt idx="3305">Female</cx:pt>
          <cx:pt idx="3306">Female</cx:pt>
          <cx:pt idx="3307">Female</cx:pt>
          <cx:pt idx="3308">Female</cx:pt>
          <cx:pt idx="3309">Female</cx:pt>
          <cx:pt idx="3310">Female</cx:pt>
          <cx:pt idx="3311">Female</cx:pt>
          <cx:pt idx="3312">Female</cx:pt>
          <cx:pt idx="3313">Female</cx:pt>
          <cx:pt idx="3314">Female</cx:pt>
          <cx:pt idx="3315">Female</cx:pt>
          <cx:pt idx="3316">Female</cx:pt>
          <cx:pt idx="3317">Female</cx:pt>
          <cx:pt idx="3318">Female</cx:pt>
          <cx:pt idx="3319">Female</cx:pt>
          <cx:pt idx="3320">Female</cx:pt>
          <cx:pt idx="3321">Female</cx:pt>
          <cx:pt idx="3322">Female</cx:pt>
          <cx:pt idx="3323">Female</cx:pt>
          <cx:pt idx="3324">Female</cx:pt>
          <cx:pt idx="3325">Female</cx:pt>
          <cx:pt idx="3326">Female</cx:pt>
          <cx:pt idx="3327">Female</cx:pt>
          <cx:pt idx="3328">Female</cx:pt>
          <cx:pt idx="3329">Female</cx:pt>
          <cx:pt idx="3330">Female</cx:pt>
          <cx:pt idx="3331">Female</cx:pt>
          <cx:pt idx="3332">Female</cx:pt>
          <cx:pt idx="3333">Female</cx:pt>
          <cx:pt idx="3334">Female</cx:pt>
          <cx:pt idx="3335">Female</cx:pt>
          <cx:pt idx="3336">Female</cx:pt>
          <cx:pt idx="3337">Female</cx:pt>
          <cx:pt idx="3338">Female</cx:pt>
          <cx:pt idx="3339">Female</cx:pt>
          <cx:pt idx="3340">Female</cx:pt>
          <cx:pt idx="3341">Female</cx:pt>
          <cx:pt idx="3342">Female</cx:pt>
          <cx:pt idx="3343">Female</cx:pt>
          <cx:pt idx="3344">Female</cx:pt>
          <cx:pt idx="3345">Female</cx:pt>
          <cx:pt idx="3346">Female</cx:pt>
          <cx:pt idx="3347">Female</cx:pt>
          <cx:pt idx="3348">Female</cx:pt>
          <cx:pt idx="3349">Female</cx:pt>
          <cx:pt idx="3350">Female</cx:pt>
          <cx:pt idx="3351">Female</cx:pt>
          <cx:pt idx="3352">Female</cx:pt>
          <cx:pt idx="3353">Female</cx:pt>
          <cx:pt idx="3354">Female</cx:pt>
          <cx:pt idx="3355">Female</cx:pt>
          <cx:pt idx="3356">Female</cx:pt>
          <cx:pt idx="3357">Female</cx:pt>
          <cx:pt idx="3358">Female</cx:pt>
          <cx:pt idx="3359">Female</cx:pt>
          <cx:pt idx="3360">Female</cx:pt>
          <cx:pt idx="3361">Female</cx:pt>
          <cx:pt idx="3362">Female</cx:pt>
          <cx:pt idx="3363">Female</cx:pt>
          <cx:pt idx="3364">Female</cx:pt>
          <cx:pt idx="3365">Female</cx:pt>
          <cx:pt idx="3366">Female</cx:pt>
          <cx:pt idx="3367">Female</cx:pt>
          <cx:pt idx="3368">Female</cx:pt>
          <cx:pt idx="3369">Female</cx:pt>
          <cx:pt idx="3370">Female</cx:pt>
          <cx:pt idx="3371">Female</cx:pt>
          <cx:pt idx="3372">Female</cx:pt>
          <cx:pt idx="3373">Female</cx:pt>
          <cx:pt idx="3374">Female</cx:pt>
          <cx:pt idx="3375">Female</cx:pt>
          <cx:pt idx="3376">Female</cx:pt>
          <cx:pt idx="3377">Female</cx:pt>
          <cx:pt idx="3378">Female</cx:pt>
          <cx:pt idx="3379">Female</cx:pt>
          <cx:pt idx="3380">Female</cx:pt>
          <cx:pt idx="3381">Female</cx:pt>
          <cx:pt idx="3382">Female</cx:pt>
          <cx:pt idx="3383">Female</cx:pt>
          <cx:pt idx="3384">Female</cx:pt>
          <cx:pt idx="3385">Female</cx:pt>
          <cx:pt idx="3386">Female</cx:pt>
          <cx:pt idx="3387">Female</cx:pt>
          <cx:pt idx="3388">Female</cx:pt>
          <cx:pt idx="3389">Female</cx:pt>
          <cx:pt idx="3390">Female</cx:pt>
          <cx:pt idx="3391">Female</cx:pt>
          <cx:pt idx="3392">Female</cx:pt>
          <cx:pt idx="3393">Female</cx:pt>
          <cx:pt idx="3394">Female</cx:pt>
          <cx:pt idx="3395">Female</cx:pt>
          <cx:pt idx="3396">Female</cx:pt>
          <cx:pt idx="3397">Female</cx:pt>
          <cx:pt idx="3398">Female</cx:pt>
          <cx:pt idx="3399">Female</cx:pt>
          <cx:pt idx="3400">Female</cx:pt>
          <cx:pt idx="3401">Female</cx:pt>
          <cx:pt idx="3402">Female</cx:pt>
          <cx:pt idx="3403">Female</cx:pt>
          <cx:pt idx="3404">Female</cx:pt>
          <cx:pt idx="3405">Female</cx:pt>
          <cx:pt idx="3406">Female</cx:pt>
          <cx:pt idx="3407">Female</cx:pt>
          <cx:pt idx="3408">Female</cx:pt>
          <cx:pt idx="3409">Female</cx:pt>
          <cx:pt idx="3410">Female</cx:pt>
          <cx:pt idx="3411">Female</cx:pt>
          <cx:pt idx="3412">Female</cx:pt>
          <cx:pt idx="3413">Female</cx:pt>
          <cx:pt idx="3414">Female</cx:pt>
          <cx:pt idx="3415">Female</cx:pt>
          <cx:pt idx="3416">Female</cx:pt>
          <cx:pt idx="3417">Female</cx:pt>
          <cx:pt idx="3418">Female</cx:pt>
          <cx:pt idx="3419">Female</cx:pt>
          <cx:pt idx="3420">Female</cx:pt>
          <cx:pt idx="3421">Female</cx:pt>
          <cx:pt idx="3422">Female</cx:pt>
          <cx:pt idx="3423">Female</cx:pt>
          <cx:pt idx="3424">Female</cx:pt>
          <cx:pt idx="3425">Female</cx:pt>
          <cx:pt idx="3426">Female</cx:pt>
          <cx:pt idx="3427">Female</cx:pt>
          <cx:pt idx="3428">Female</cx:pt>
          <cx:pt idx="3429">Female</cx:pt>
          <cx:pt idx="3430">Female</cx:pt>
          <cx:pt idx="3431">Female</cx:pt>
          <cx:pt idx="3432">Female</cx:pt>
          <cx:pt idx="3433">Female</cx:pt>
          <cx:pt idx="3434">Female</cx:pt>
          <cx:pt idx="3435">Female</cx:pt>
          <cx:pt idx="3436">Female</cx:pt>
          <cx:pt idx="3437">Female</cx:pt>
          <cx:pt idx="3438">Female</cx:pt>
          <cx:pt idx="3439">Female</cx:pt>
          <cx:pt idx="3440">Female</cx:pt>
          <cx:pt idx="3441">Female</cx:pt>
          <cx:pt idx="3442">Female</cx:pt>
          <cx:pt idx="3443">Female</cx:pt>
          <cx:pt idx="3444">Female</cx:pt>
          <cx:pt idx="3445">Female</cx:pt>
          <cx:pt idx="3446">Female</cx:pt>
          <cx:pt idx="3447">Female</cx:pt>
          <cx:pt idx="3448">Female</cx:pt>
          <cx:pt idx="3449">Female</cx:pt>
          <cx:pt idx="3450">Female</cx:pt>
          <cx:pt idx="3451">Female</cx:pt>
          <cx:pt idx="3452">Female</cx:pt>
          <cx:pt idx="3453">Female</cx:pt>
          <cx:pt idx="3454">Female</cx:pt>
          <cx:pt idx="3455">Female</cx:pt>
          <cx:pt idx="3456">Female</cx:pt>
          <cx:pt idx="3457">Female</cx:pt>
          <cx:pt idx="3458">Female</cx:pt>
          <cx:pt idx="3459">Female</cx:pt>
          <cx:pt idx="3460">Female</cx:pt>
          <cx:pt idx="3461">Female</cx:pt>
          <cx:pt idx="3462">Female</cx:pt>
          <cx:pt idx="3463">Female</cx:pt>
          <cx:pt idx="3464">Female</cx:pt>
          <cx:pt idx="3465">Female</cx:pt>
          <cx:pt idx="3466">Female</cx:pt>
          <cx:pt idx="3467">Female</cx:pt>
          <cx:pt idx="3468">Female</cx:pt>
          <cx:pt idx="3469">Female</cx:pt>
          <cx:pt idx="3470">Female</cx:pt>
          <cx:pt idx="3471">Female</cx:pt>
          <cx:pt idx="3472">Female</cx:pt>
          <cx:pt idx="3473">Female</cx:pt>
          <cx:pt idx="3474">Female</cx:pt>
          <cx:pt idx="3475">Female</cx:pt>
          <cx:pt idx="3476">Female</cx:pt>
          <cx:pt idx="3477">Female</cx:pt>
          <cx:pt idx="3478">Female</cx:pt>
          <cx:pt idx="3479">Female</cx:pt>
          <cx:pt idx="3480">Female</cx:pt>
          <cx:pt idx="3481">Female</cx:pt>
          <cx:pt idx="3482">Female</cx:pt>
          <cx:pt idx="3483">Female</cx:pt>
          <cx:pt idx="3484">Female</cx:pt>
          <cx:pt idx="3485">Female</cx:pt>
          <cx:pt idx="3486">Female</cx:pt>
          <cx:pt idx="3487">Female</cx:pt>
          <cx:pt idx="3488">Female</cx:pt>
          <cx:pt idx="3489">Female</cx:pt>
          <cx:pt idx="3490">Female</cx:pt>
          <cx:pt idx="3491">Female</cx:pt>
          <cx:pt idx="3492">Female</cx:pt>
          <cx:pt idx="3493">Female</cx:pt>
          <cx:pt idx="3494">Female</cx:pt>
          <cx:pt idx="3495">Female</cx:pt>
          <cx:pt idx="3496">Female</cx:pt>
          <cx:pt idx="3497">Female</cx:pt>
          <cx:pt idx="3498">Female</cx:pt>
          <cx:pt idx="3499">Female</cx:pt>
          <cx:pt idx="3500">Female</cx:pt>
          <cx:pt idx="3501">Female</cx:pt>
          <cx:pt idx="3502">Female</cx:pt>
          <cx:pt idx="3503">Female</cx:pt>
          <cx:pt idx="3504">Female</cx:pt>
          <cx:pt idx="3505">Female</cx:pt>
          <cx:pt idx="3506">Female</cx:pt>
          <cx:pt idx="3507">Female</cx:pt>
          <cx:pt idx="3508">Female</cx:pt>
          <cx:pt idx="3509">Female</cx:pt>
          <cx:pt idx="3510">Female</cx:pt>
          <cx:pt idx="3511">Female</cx:pt>
          <cx:pt idx="3512">Female</cx:pt>
          <cx:pt idx="3513">Female</cx:pt>
          <cx:pt idx="3514">Female</cx:pt>
          <cx:pt idx="3515">Female</cx:pt>
          <cx:pt idx="3516">Female</cx:pt>
          <cx:pt idx="3517">Female</cx:pt>
          <cx:pt idx="3518">Female</cx:pt>
          <cx:pt idx="3519">Female</cx:pt>
          <cx:pt idx="3520">Female</cx:pt>
          <cx:pt idx="3521">Female</cx:pt>
          <cx:pt idx="3522">Female</cx:pt>
          <cx:pt idx="3523">Female</cx:pt>
          <cx:pt idx="3524">Female</cx:pt>
          <cx:pt idx="3525">Female</cx:pt>
          <cx:pt idx="3526">Female</cx:pt>
          <cx:pt idx="3527">Female</cx:pt>
          <cx:pt idx="3528">Female</cx:pt>
          <cx:pt idx="3529">Female</cx:pt>
          <cx:pt idx="3530">Female</cx:pt>
          <cx:pt idx="3531">Female</cx:pt>
          <cx:pt idx="3532">Female</cx:pt>
          <cx:pt idx="3533">Female</cx:pt>
          <cx:pt idx="3534">Female</cx:pt>
          <cx:pt idx="3535">Female</cx:pt>
          <cx:pt idx="3536">Female</cx:pt>
          <cx:pt idx="3537">Female</cx:pt>
          <cx:pt idx="3538">Female</cx:pt>
          <cx:pt idx="3539">Female</cx:pt>
          <cx:pt idx="3540">Female</cx:pt>
          <cx:pt idx="3541">Female</cx:pt>
          <cx:pt idx="3542">Female</cx:pt>
          <cx:pt idx="3543">Female</cx:pt>
          <cx:pt idx="3544">Female</cx:pt>
          <cx:pt idx="3545">Female</cx:pt>
          <cx:pt idx="3546">Female</cx:pt>
          <cx:pt idx="3547">Female</cx:pt>
          <cx:pt idx="3548">Female</cx:pt>
          <cx:pt idx="3549">Female</cx:pt>
          <cx:pt idx="3550">Female</cx:pt>
          <cx:pt idx="3551">Female</cx:pt>
          <cx:pt idx="3552">Female</cx:pt>
          <cx:pt idx="3553">Female</cx:pt>
          <cx:pt idx="3554">Female</cx:pt>
          <cx:pt idx="3555">Female</cx:pt>
          <cx:pt idx="3556">Female</cx:pt>
          <cx:pt idx="3557">Female</cx:pt>
          <cx:pt idx="3558">Female</cx:pt>
          <cx:pt idx="3559">Female</cx:pt>
          <cx:pt idx="3560">Female</cx:pt>
          <cx:pt idx="3561">Female</cx:pt>
          <cx:pt idx="3562">Female</cx:pt>
          <cx:pt idx="3563">Female</cx:pt>
          <cx:pt idx="3564">Female</cx:pt>
          <cx:pt idx="3565">Female</cx:pt>
          <cx:pt idx="3566">Female</cx:pt>
          <cx:pt idx="3567">Female</cx:pt>
          <cx:pt idx="3568">Female</cx:pt>
          <cx:pt idx="3569">Female</cx:pt>
          <cx:pt idx="3570">Female</cx:pt>
          <cx:pt idx="3571">Female</cx:pt>
          <cx:pt idx="3572">Female</cx:pt>
          <cx:pt idx="3573">Female</cx:pt>
          <cx:pt idx="3574">Female</cx:pt>
          <cx:pt idx="3575">Female</cx:pt>
          <cx:pt idx="3576">Female</cx:pt>
          <cx:pt idx="3577">Female</cx:pt>
          <cx:pt idx="3578">Female</cx:pt>
          <cx:pt idx="3579">Female</cx:pt>
          <cx:pt idx="3580">Female</cx:pt>
          <cx:pt idx="3581">Female</cx:pt>
          <cx:pt idx="3582">Female</cx:pt>
          <cx:pt idx="3583">Female</cx:pt>
          <cx:pt idx="3584">Female</cx:pt>
          <cx:pt idx="3585">Female</cx:pt>
          <cx:pt idx="3586">Female</cx:pt>
          <cx:pt idx="3587">Female</cx:pt>
          <cx:pt idx="3588">Female</cx:pt>
          <cx:pt idx="3589">Female</cx:pt>
          <cx:pt idx="3590">Female</cx:pt>
          <cx:pt idx="3591">Female</cx:pt>
          <cx:pt idx="3592">Female</cx:pt>
          <cx:pt idx="3593">Female</cx:pt>
          <cx:pt idx="3594">Female</cx:pt>
          <cx:pt idx="3595">Female</cx:pt>
          <cx:pt idx="3596">Female</cx:pt>
          <cx:pt idx="3597">Female</cx:pt>
          <cx:pt idx="3598">Female</cx:pt>
          <cx:pt idx="3599">Female</cx:pt>
          <cx:pt idx="3600">Female</cx:pt>
          <cx:pt idx="3601">Female</cx:pt>
          <cx:pt idx="3602">Female</cx:pt>
          <cx:pt idx="3603">Female</cx:pt>
          <cx:pt idx="3604">Female</cx:pt>
          <cx:pt idx="3605">Female</cx:pt>
          <cx:pt idx="3606">Female</cx:pt>
          <cx:pt idx="3607">Female</cx:pt>
          <cx:pt idx="3608">Female</cx:pt>
          <cx:pt idx="3609">Female</cx:pt>
          <cx:pt idx="3610">Female</cx:pt>
          <cx:pt idx="3611">Female</cx:pt>
          <cx:pt idx="3612">Female</cx:pt>
          <cx:pt idx="3613">Female</cx:pt>
          <cx:pt idx="3614">Female</cx:pt>
          <cx:pt idx="3615">Female</cx:pt>
          <cx:pt idx="3616">Female</cx:pt>
          <cx:pt idx="3617">Female</cx:pt>
          <cx:pt idx="3618">Female</cx:pt>
          <cx:pt idx="3619">Female</cx:pt>
          <cx:pt idx="3620">Female</cx:pt>
          <cx:pt idx="3621">Female</cx:pt>
          <cx:pt idx="3622">Female</cx:pt>
          <cx:pt idx="3623">Female</cx:pt>
          <cx:pt idx="3624">Female</cx:pt>
          <cx:pt idx="3625">Female</cx:pt>
          <cx:pt idx="3626">Female</cx:pt>
          <cx:pt idx="3627">Female</cx:pt>
          <cx:pt idx="3628">Female</cx:pt>
          <cx:pt idx="3629">Female</cx:pt>
          <cx:pt idx="3630">Female</cx:pt>
          <cx:pt idx="3631">Female</cx:pt>
          <cx:pt idx="3632">Female</cx:pt>
          <cx:pt idx="3633">Female</cx:pt>
          <cx:pt idx="3634">Female</cx:pt>
          <cx:pt idx="3635">Female</cx:pt>
          <cx:pt idx="3636">Female</cx:pt>
          <cx:pt idx="3637">Female</cx:pt>
          <cx:pt idx="3638">Female</cx:pt>
          <cx:pt idx="3639">Female</cx:pt>
          <cx:pt idx="3640">Female</cx:pt>
          <cx:pt idx="3641">Female</cx:pt>
          <cx:pt idx="3642">Female</cx:pt>
          <cx:pt idx="3643">Female</cx:pt>
          <cx:pt idx="3644">Female</cx:pt>
          <cx:pt idx="3645">Female</cx:pt>
          <cx:pt idx="3646">Female</cx:pt>
          <cx:pt idx="3647">Female</cx:pt>
          <cx:pt idx="3648">Female</cx:pt>
          <cx:pt idx="3649">Female</cx:pt>
          <cx:pt idx="3650">Female</cx:pt>
          <cx:pt idx="3651">Female</cx:pt>
          <cx:pt idx="3652">Female</cx:pt>
          <cx:pt idx="3653">Female</cx:pt>
          <cx:pt idx="3654">Female</cx:pt>
          <cx:pt idx="3655">Female</cx:pt>
          <cx:pt idx="3656">Female</cx:pt>
          <cx:pt idx="3657">Female</cx:pt>
          <cx:pt idx="3658">Female</cx:pt>
          <cx:pt idx="3659">Female</cx:pt>
          <cx:pt idx="3660">Female</cx:pt>
          <cx:pt idx="3661">Female</cx:pt>
          <cx:pt idx="3662">Female</cx:pt>
          <cx:pt idx="3663">Female</cx:pt>
          <cx:pt idx="3664">Female</cx:pt>
          <cx:pt idx="3665">Female</cx:pt>
          <cx:pt idx="3666">Female</cx:pt>
          <cx:pt idx="3667">Female</cx:pt>
          <cx:pt idx="3668">Female</cx:pt>
          <cx:pt idx="3669">Female</cx:pt>
          <cx:pt idx="3670">Female</cx:pt>
          <cx:pt idx="3671">Female</cx:pt>
          <cx:pt idx="3672">Female</cx:pt>
          <cx:pt idx="3673">Female</cx:pt>
          <cx:pt idx="3674">Female</cx:pt>
          <cx:pt idx="3675">Female</cx:pt>
          <cx:pt idx="3676">Female</cx:pt>
          <cx:pt idx="3677">Female</cx:pt>
          <cx:pt idx="3678">Female</cx:pt>
          <cx:pt idx="3679">Female</cx:pt>
          <cx:pt idx="3680">Female</cx:pt>
          <cx:pt idx="3681">Female</cx:pt>
          <cx:pt idx="3682">Female</cx:pt>
          <cx:pt idx="3683">Female</cx:pt>
          <cx:pt idx="3684">Female</cx:pt>
          <cx:pt idx="3685">Female</cx:pt>
          <cx:pt idx="3686">Female</cx:pt>
          <cx:pt idx="3687">Female</cx:pt>
          <cx:pt idx="3688">Female</cx:pt>
          <cx:pt idx="3689">Female</cx:pt>
          <cx:pt idx="3690">Female</cx:pt>
          <cx:pt idx="3691">Female</cx:pt>
          <cx:pt idx="3692">Female</cx:pt>
          <cx:pt idx="3693">Female</cx:pt>
          <cx:pt idx="3694">Female</cx:pt>
          <cx:pt idx="3695">Female</cx:pt>
          <cx:pt idx="3696">Female</cx:pt>
          <cx:pt idx="3697">Female</cx:pt>
          <cx:pt idx="3698">Female</cx:pt>
          <cx:pt idx="3699">Female</cx:pt>
          <cx:pt idx="3700">Female</cx:pt>
          <cx:pt idx="3701">Female</cx:pt>
          <cx:pt idx="3702">Female</cx:pt>
          <cx:pt idx="3703">Female</cx:pt>
          <cx:pt idx="3704">Female</cx:pt>
          <cx:pt idx="3705">Female</cx:pt>
          <cx:pt idx="3706">Female</cx:pt>
          <cx:pt idx="3707">Female</cx:pt>
          <cx:pt idx="3708">Female</cx:pt>
          <cx:pt idx="3709">Female</cx:pt>
          <cx:pt idx="3710">Female</cx:pt>
          <cx:pt idx="3711">Female</cx:pt>
          <cx:pt idx="3712">Female</cx:pt>
          <cx:pt idx="3713">Female</cx:pt>
          <cx:pt idx="3714">Female</cx:pt>
          <cx:pt idx="3715">Female</cx:pt>
          <cx:pt idx="3716">Female</cx:pt>
          <cx:pt idx="3717">Female</cx:pt>
          <cx:pt idx="3718">Female</cx:pt>
          <cx:pt idx="3719">Female</cx:pt>
          <cx:pt idx="3720">Female</cx:pt>
          <cx:pt idx="3721">Female</cx:pt>
          <cx:pt idx="3722">Female</cx:pt>
          <cx:pt idx="3723">Female</cx:pt>
          <cx:pt idx="3724">Female</cx:pt>
          <cx:pt idx="3725">Female</cx:pt>
          <cx:pt idx="3726">Female</cx:pt>
          <cx:pt idx="3727">Female</cx:pt>
          <cx:pt idx="3728">Female</cx:pt>
          <cx:pt idx="3729">Female</cx:pt>
          <cx:pt idx="3730">Female</cx:pt>
          <cx:pt idx="3731">Female</cx:pt>
          <cx:pt idx="3732">Female</cx:pt>
          <cx:pt idx="3733">Female</cx:pt>
          <cx:pt idx="3734">Female</cx:pt>
          <cx:pt idx="3735">Female</cx:pt>
          <cx:pt idx="3736">Female</cx:pt>
          <cx:pt idx="3737">Female</cx:pt>
          <cx:pt idx="3738">Female</cx:pt>
          <cx:pt idx="3739">Female</cx:pt>
          <cx:pt idx="3740">Female</cx:pt>
          <cx:pt idx="3741">Female</cx:pt>
          <cx:pt idx="3742">Female</cx:pt>
          <cx:pt idx="3743">Female</cx:pt>
          <cx:pt idx="3744">Female</cx:pt>
          <cx:pt idx="3745">Female</cx:pt>
          <cx:pt idx="3746">Female</cx:pt>
          <cx:pt idx="3747">Female</cx:pt>
          <cx:pt idx="3748">Female</cx:pt>
          <cx:pt idx="3749">Female</cx:pt>
          <cx:pt idx="3750">Female</cx:pt>
          <cx:pt idx="3751">Female</cx:pt>
          <cx:pt idx="3752">Female</cx:pt>
          <cx:pt idx="3753">Female</cx:pt>
          <cx:pt idx="3754">Female</cx:pt>
          <cx:pt idx="3755">Female</cx:pt>
          <cx:pt idx="3756">Female</cx:pt>
          <cx:pt idx="3757">Female</cx:pt>
          <cx:pt idx="3758">Female</cx:pt>
          <cx:pt idx="3759">Female</cx:pt>
          <cx:pt idx="3760">Female</cx:pt>
          <cx:pt idx="3761">Female</cx:pt>
          <cx:pt idx="3762">Female</cx:pt>
          <cx:pt idx="3763">Female</cx:pt>
          <cx:pt idx="3764">Female</cx:pt>
          <cx:pt idx="3765">Female</cx:pt>
          <cx:pt idx="3766">Female</cx:pt>
          <cx:pt idx="3767">Female</cx:pt>
          <cx:pt idx="3768">Female</cx:pt>
          <cx:pt idx="3769">Female</cx:pt>
          <cx:pt idx="3770">Female</cx:pt>
          <cx:pt idx="3771">Female</cx:pt>
          <cx:pt idx="3772">Female</cx:pt>
          <cx:pt idx="3773">Female</cx:pt>
          <cx:pt idx="3774">Female</cx:pt>
          <cx:pt idx="3775">Female</cx:pt>
          <cx:pt idx="3776">Female</cx:pt>
          <cx:pt idx="3777">Female</cx:pt>
          <cx:pt idx="3778">Female</cx:pt>
          <cx:pt idx="3779">Female</cx:pt>
          <cx:pt idx="3780">Female</cx:pt>
          <cx:pt idx="3781">Female</cx:pt>
          <cx:pt idx="3782">Female</cx:pt>
          <cx:pt idx="3783">Female</cx:pt>
          <cx:pt idx="3784">Female</cx:pt>
          <cx:pt idx="3785">Female</cx:pt>
          <cx:pt idx="3786">Female</cx:pt>
          <cx:pt idx="3787">Female</cx:pt>
          <cx:pt idx="3788">Female</cx:pt>
          <cx:pt idx="3789">Female</cx:pt>
          <cx:pt idx="3790">Female</cx:pt>
          <cx:pt idx="3791">Female</cx:pt>
          <cx:pt idx="3792">Female</cx:pt>
          <cx:pt idx="3793">Female</cx:pt>
          <cx:pt idx="3794">Female</cx:pt>
          <cx:pt idx="3795">Female</cx:pt>
          <cx:pt idx="3796">Female</cx:pt>
          <cx:pt idx="3797">Female</cx:pt>
          <cx:pt idx="3798">Female</cx:pt>
          <cx:pt idx="3799">Female</cx:pt>
          <cx:pt idx="3800">Female</cx:pt>
          <cx:pt idx="3801">Female</cx:pt>
          <cx:pt idx="3802">Female</cx:pt>
          <cx:pt idx="3803">Female</cx:pt>
          <cx:pt idx="3804">Female</cx:pt>
          <cx:pt idx="3805">Female</cx:pt>
          <cx:pt idx="3806">Female</cx:pt>
          <cx:pt idx="3807">Female</cx:pt>
          <cx:pt idx="3808">Female</cx:pt>
          <cx:pt idx="3809">Female</cx:pt>
          <cx:pt idx="3810">Female</cx:pt>
          <cx:pt idx="3811">Female</cx:pt>
          <cx:pt idx="3812">Female</cx:pt>
          <cx:pt idx="3813">Female</cx:pt>
          <cx:pt idx="3814">Female</cx:pt>
          <cx:pt idx="3815">Female</cx:pt>
          <cx:pt idx="3816">Female</cx:pt>
          <cx:pt idx="3817">Female</cx:pt>
          <cx:pt idx="3818">Female</cx:pt>
          <cx:pt idx="3819">Female</cx:pt>
          <cx:pt idx="3820">Female</cx:pt>
          <cx:pt idx="3821">Female</cx:pt>
          <cx:pt idx="3822">Female</cx:pt>
          <cx:pt idx="3823">Female</cx:pt>
          <cx:pt idx="3824">Female</cx:pt>
          <cx:pt idx="3825">Female</cx:pt>
          <cx:pt idx="3826">Female</cx:pt>
          <cx:pt idx="3827">Female</cx:pt>
          <cx:pt idx="3828">Female</cx:pt>
          <cx:pt idx="3829">Female</cx:pt>
          <cx:pt idx="3830">Female</cx:pt>
          <cx:pt idx="3831">Female</cx:pt>
          <cx:pt idx="3832">Female</cx:pt>
          <cx:pt idx="3833">Female</cx:pt>
          <cx:pt idx="3834">Female</cx:pt>
          <cx:pt idx="3835">Female</cx:pt>
          <cx:pt idx="3836">Female</cx:pt>
          <cx:pt idx="3837">Female</cx:pt>
          <cx:pt idx="3838">Female</cx:pt>
          <cx:pt idx="3839">Female</cx:pt>
          <cx:pt idx="3840">Female</cx:pt>
          <cx:pt idx="3841">Female</cx:pt>
          <cx:pt idx="3842">Female</cx:pt>
          <cx:pt idx="3843">Female</cx:pt>
          <cx:pt idx="3844">Female</cx:pt>
          <cx:pt idx="3845">Female</cx:pt>
          <cx:pt idx="3846">Female</cx:pt>
          <cx:pt idx="3847">Female</cx:pt>
          <cx:pt idx="3848">Female</cx:pt>
          <cx:pt idx="3849">Female</cx:pt>
          <cx:pt idx="3850">Female</cx:pt>
          <cx:pt idx="3851">Female</cx:pt>
          <cx:pt idx="3852">Female</cx:pt>
          <cx:pt idx="3853">Female</cx:pt>
          <cx:pt idx="3854">Female</cx:pt>
          <cx:pt idx="3855">Female</cx:pt>
          <cx:pt idx="3856">Female</cx:pt>
          <cx:pt idx="3857">Female</cx:pt>
          <cx:pt idx="3858">Female</cx:pt>
          <cx:pt idx="3859">Female</cx:pt>
          <cx:pt idx="3860">Female</cx:pt>
          <cx:pt idx="3861">Female</cx:pt>
          <cx:pt idx="3862">Female</cx:pt>
          <cx:pt idx="3863">Female</cx:pt>
          <cx:pt idx="3864">Female</cx:pt>
          <cx:pt idx="3865">Female</cx:pt>
          <cx:pt idx="3866">Female</cx:pt>
          <cx:pt idx="3867">Female</cx:pt>
          <cx:pt idx="3868">Female</cx:pt>
          <cx:pt idx="3869">Female</cx:pt>
          <cx:pt idx="3870">Female</cx:pt>
          <cx:pt idx="3871">Female</cx:pt>
          <cx:pt idx="3872">Female</cx:pt>
          <cx:pt idx="3873">Female</cx:pt>
          <cx:pt idx="3874">Female</cx:pt>
          <cx:pt idx="3875">Female</cx:pt>
          <cx:pt idx="3876">Female</cx:pt>
          <cx:pt idx="3877">Female</cx:pt>
          <cx:pt idx="3878">Female</cx:pt>
          <cx:pt idx="3879">Female</cx:pt>
          <cx:pt idx="3880">Female</cx:pt>
          <cx:pt idx="3881">Female</cx:pt>
          <cx:pt idx="3882">Female</cx:pt>
          <cx:pt idx="3883">Female</cx:pt>
          <cx:pt idx="3884">Female</cx:pt>
          <cx:pt idx="3885">Female</cx:pt>
          <cx:pt idx="3886">Female</cx:pt>
          <cx:pt idx="3887">Female</cx:pt>
          <cx:pt idx="3888">Female</cx:pt>
          <cx:pt idx="3889">Female</cx:pt>
          <cx:pt idx="3890">Female</cx:pt>
          <cx:pt idx="3891">Female</cx:pt>
          <cx:pt idx="3892">Female</cx:pt>
          <cx:pt idx="3893">Female</cx:pt>
          <cx:pt idx="3894">Female</cx:pt>
          <cx:pt idx="3895">Female</cx:pt>
          <cx:pt idx="3896">Female</cx:pt>
          <cx:pt idx="3897">Female</cx:pt>
          <cx:pt idx="3898">Female</cx:pt>
          <cx:pt idx="3899">Female</cx:pt>
        </cx:lvl>
      </cx:strDim>
      <cx:numDim type="val">
        <cx:f>'shopping_behavior_updated (1)'!$F$2:$F$3901</cx:f>
        <cx:lvl ptCount="3900" formatCode="General">
          <cx:pt idx="0">53</cx:pt>
          <cx:pt idx="1">64</cx:pt>
          <cx:pt idx="2">73</cx:pt>
          <cx:pt idx="3">90</cx:pt>
          <cx:pt idx="4">49</cx:pt>
          <cx:pt idx="5">20</cx:pt>
          <cx:pt idx="6">85</cx:pt>
          <cx:pt idx="7">34</cx:pt>
          <cx:pt idx="8">97</cx:pt>
          <cx:pt idx="9">31</cx:pt>
          <cx:pt idx="10">34</cx:pt>
          <cx:pt idx="11">68</cx:pt>
          <cx:pt idx="12">72</cx:pt>
          <cx:pt idx="13">51</cx:pt>
          <cx:pt idx="14">53</cx:pt>
          <cx:pt idx="15">81</cx:pt>
          <cx:pt idx="16">36</cx:pt>
          <cx:pt idx="17">38</cx:pt>
          <cx:pt idx="18">48</cx:pt>
          <cx:pt idx="19">90</cx:pt>
          <cx:pt idx="20">51</cx:pt>
          <cx:pt idx="21">62</cx:pt>
          <cx:pt idx="22">37</cx:pt>
          <cx:pt idx="23">88</cx:pt>
          <cx:pt idx="24">22</cx:pt>
          <cx:pt idx="25">25</cx:pt>
          <cx:pt idx="26">20</cx:pt>
          <cx:pt idx="27">56</cx:pt>
          <cx:pt idx="28">94</cx:pt>
          <cx:pt idx="29">48</cx:pt>
          <cx:pt idx="30">31</cx:pt>
          <cx:pt idx="31">79</cx:pt>
          <cx:pt idx="32">67</cx:pt>
          <cx:pt idx="33">38</cx:pt>
          <cx:pt idx="34">91</cx:pt>
          <cx:pt idx="35">33</cx:pt>
          <cx:pt idx="36">69</cx:pt>
          <cx:pt idx="37">45</cx:pt>
          <cx:pt idx="38">37</cx:pt>
          <cx:pt idx="39">60</cx:pt>
          <cx:pt idx="40">76</cx:pt>
          <cx:pt idx="41">39</cx:pt>
          <cx:pt idx="42">100</cx:pt>
          <cx:pt idx="43">69</cx:pt>
          <cx:pt idx="44">53</cx:pt>
          <cx:pt idx="45">21</cx:pt>
          <cx:pt idx="46">43</cx:pt>
          <cx:pt idx="47">54</cx:pt>
          <cx:pt idx="48">55</cx:pt>
          <cx:pt idx="49">30</cx:pt>
          <cx:pt idx="50">28</cx:pt>
          <cx:pt idx="51">59</cx:pt>
          <cx:pt idx="52">20</cx:pt>
          <cx:pt idx="53">24</cx:pt>
          <cx:pt idx="54">94</cx:pt>
          <cx:pt idx="55">28</cx:pt>
          <cx:pt idx="56">73</cx:pt>
          <cx:pt idx="57">64</cx:pt>
          <cx:pt idx="58">54</cx:pt>
          <cx:pt idx="59">79</cx:pt>
          <cx:pt idx="60">37</cx:pt>
          <cx:pt idx="61">68</cx:pt>
          <cx:pt idx="62">21</cx:pt>
          <cx:pt idx="63">79</cx:pt>
          <cx:pt idx="64">83</cx:pt>
          <cx:pt idx="65">36</cx:pt>
          <cx:pt idx="66">94</cx:pt>
          <cx:pt idx="67">33</cx:pt>
          <cx:pt idx="68">46</cx:pt>
          <cx:pt idx="69">70</cx:pt>
          <cx:pt idx="70">29</cx:pt>
          <cx:pt idx="71">48</cx:pt>
          <cx:pt idx="72">26</cx:pt>
          <cx:pt idx="73">85</cx:pt>
          <cx:pt idx="74">58</cx:pt>
          <cx:pt idx="75">85</cx:pt>
          <cx:pt idx="76">43</cx:pt>
          <cx:pt idx="77">53</cx:pt>
          <cx:pt idx="78">91</cx:pt>
          <cx:pt idx="79">96</cx:pt>
          <cx:pt idx="80">72</cx:pt>
          <cx:pt idx="81">96</cx:pt>
          <cx:pt idx="82">28</cx:pt>
          <cx:pt idx="83">40</cx:pt>
          <cx:pt idx="84">32</cx:pt>
          <cx:pt idx="85">95</cx:pt>
          <cx:pt idx="86">41</cx:pt>
          <cx:pt idx="87">53</cx:pt>
          <cx:pt idx="88">47</cx:pt>
          <cx:pt idx="89">83</cx:pt>
          <cx:pt idx="90">48</cx:pt>
          <cx:pt idx="91">99</cx:pt>
          <cx:pt idx="92">87</cx:pt>
          <cx:pt idx="93">62</cx:pt>
          <cx:pt idx="94">76</cx:pt>
          <cx:pt idx="95">100</cx:pt>
          <cx:pt idx="96">73</cx:pt>
          <cx:pt idx="97">92</cx:pt>
          <cx:pt idx="98">67</cx:pt>
          <cx:pt idx="99">40</cx:pt>
          <cx:pt idx="100">98</cx:pt>
          <cx:pt idx="101">85</cx:pt>
          <cx:pt idx="102">67</cx:pt>
          <cx:pt idx="103">89</cx:pt>
          <cx:pt idx="104">24</cx:pt>
          <cx:pt idx="105">96</cx:pt>
          <cx:pt idx="106">35</cx:pt>
          <cx:pt idx="107">67</cx:pt>
          <cx:pt idx="108">79</cx:pt>
          <cx:pt idx="109">85</cx:pt>
          <cx:pt idx="110">26</cx:pt>
          <cx:pt idx="111">75</cx:pt>
          <cx:pt idx="112">65</cx:pt>
          <cx:pt idx="113">54</cx:pt>
          <cx:pt idx="114">95</cx:pt>
          <cx:pt idx="115">94</cx:pt>
          <cx:pt idx="116">86</cx:pt>
          <cx:pt idx="117">32</cx:pt>
          <cx:pt idx="118">45</cx:pt>
          <cx:pt idx="119">76</cx:pt>
          <cx:pt idx="120">84</cx:pt>
          <cx:pt idx="121">72</cx:pt>
          <cx:pt idx="122">40</cx:pt>
          <cx:pt idx="123">89</cx:pt>
          <cx:pt idx="124">86</cx:pt>
          <cx:pt idx="125">54</cx:pt>
          <cx:pt idx="126">36</cx:pt>
          <cx:pt idx="127">89</cx:pt>
          <cx:pt idx="128">32</cx:pt>
          <cx:pt idx="129">67</cx:pt>
          <cx:pt idx="130">39</cx:pt>
          <cx:pt idx="131">29</cx:pt>
          <cx:pt idx="132">58</cx:pt>
          <cx:pt idx="133">65</cx:pt>
          <cx:pt idx="134">94</cx:pt>
          <cx:pt idx="135">81</cx:pt>
          <cx:pt idx="136">86</cx:pt>
          <cx:pt idx="137">43</cx:pt>
          <cx:pt idx="138">29</cx:pt>
          <cx:pt idx="139">95</cx:pt>
          <cx:pt idx="140">28</cx:pt>
          <cx:pt idx="141">46</cx:pt>
          <cx:pt idx="142">58</cx:pt>
          <cx:pt idx="143">48</cx:pt>
          <cx:pt idx="144">43</cx:pt>
          <cx:pt idx="145">95</cx:pt>
          <cx:pt idx="146">30</cx:pt>
          <cx:pt idx="147">64</cx:pt>
          <cx:pt idx="148">90</cx:pt>
          <cx:pt idx="149">76</cx:pt>
          <cx:pt idx="150">96</cx:pt>
          <cx:pt idx="151">47</cx:pt>
          <cx:pt idx="152">85</cx:pt>
          <cx:pt idx="153">55</cx:pt>
          <cx:pt idx="154">98</cx:pt>
          <cx:pt idx="155">77</cx:pt>
          <cx:pt idx="156">26</cx:pt>
          <cx:pt idx="157">68</cx:pt>
          <cx:pt idx="158">73</cx:pt>
          <cx:pt idx="159">27</cx:pt>
          <cx:pt idx="160">23</cx:pt>
          <cx:pt idx="161">49</cx:pt>
          <cx:pt idx="162">74</cx:pt>
          <cx:pt idx="163">67</cx:pt>
          <cx:pt idx="164">65</cx:pt>
          <cx:pt idx="165">60</cx:pt>
          <cx:pt idx="166">31</cx:pt>
          <cx:pt idx="167">27</cx:pt>
          <cx:pt idx="168">80</cx:pt>
          <cx:pt idx="169">30</cx:pt>
          <cx:pt idx="170">25</cx:pt>
          <cx:pt idx="171">35</cx:pt>
          <cx:pt idx="172">67</cx:pt>
          <cx:pt idx="173">46</cx:pt>
          <cx:pt idx="174">35</cx:pt>
          <cx:pt idx="175">86</cx:pt>
          <cx:pt idx="176">81</cx:pt>
          <cx:pt idx="177">42</cx:pt>
          <cx:pt idx="178">43</cx:pt>
          <cx:pt idx="179">31</cx:pt>
          <cx:pt idx="180">81</cx:pt>
          <cx:pt idx="181">61</cx:pt>
          <cx:pt idx="182">96</cx:pt>
          <cx:pt idx="183">29</cx:pt>
          <cx:pt idx="184">33</cx:pt>
          <cx:pt idx="185">32</cx:pt>
          <cx:pt idx="186">56</cx:pt>
          <cx:pt idx="187">94</cx:pt>
          <cx:pt idx="188">53</cx:pt>
          <cx:pt idx="189">82</cx:pt>
          <cx:pt idx="190">70</cx:pt>
          <cx:pt idx="191">76</cx:pt>
          <cx:pt idx="192">29</cx:pt>
          <cx:pt idx="193">100</cx:pt>
          <cx:pt idx="194">94</cx:pt>
          <cx:pt idx="195">25</cx:pt>
          <cx:pt idx="196">88</cx:pt>
          <cx:pt idx="197">78</cx:pt>
          <cx:pt idx="198">45</cx:pt>
          <cx:pt idx="199">73</cx:pt>
          <cx:pt idx="200">61</cx:pt>
          <cx:pt idx="201">22</cx:pt>
          <cx:pt idx="202">38</cx:pt>
          <cx:pt idx="203">38</cx:pt>
          <cx:pt idx="204">100</cx:pt>
          <cx:pt idx="205">64</cx:pt>
          <cx:pt idx="206">55</cx:pt>
          <cx:pt idx="207">91</cx:pt>
          <cx:pt idx="208">38</cx:pt>
          <cx:pt idx="209">97</cx:pt>
          <cx:pt idx="210">22</cx:pt>
          <cx:pt idx="211">92</cx:pt>
          <cx:pt idx="212">84</cx:pt>
          <cx:pt idx="213">93</cx:pt>
          <cx:pt idx="214">50</cx:pt>
          <cx:pt idx="215">64</cx:pt>
          <cx:pt idx="216">61</cx:pt>
          <cx:pt idx="217">48</cx:pt>
          <cx:pt idx="218">45</cx:pt>
          <cx:pt idx="219">88</cx:pt>
          <cx:pt idx="220">57</cx:pt>
          <cx:pt idx="221">68</cx:pt>
          <cx:pt idx="222">94</cx:pt>
          <cx:pt idx="223">41</cx:pt>
          <cx:pt idx="224">83</cx:pt>
          <cx:pt idx="225">22</cx:pt>
          <cx:pt idx="226">74</cx:pt>
          <cx:pt idx="227">90</cx:pt>
          <cx:pt idx="228">79</cx:pt>
          <cx:pt idx="229">28</cx:pt>
          <cx:pt idx="230">88</cx:pt>
          <cx:pt idx="231">26</cx:pt>
          <cx:pt idx="232">27</cx:pt>
          <cx:pt idx="233">83</cx:pt>
          <cx:pt idx="234">39</cx:pt>
          <cx:pt idx="235">89</cx:pt>
          <cx:pt idx="236">68</cx:pt>
          <cx:pt idx="237">90</cx:pt>
          <cx:pt idx="238">34</cx:pt>
          <cx:pt idx="239">51</cx:pt>
          <cx:pt idx="240">45</cx:pt>
          <cx:pt idx="241">88</cx:pt>
          <cx:pt idx="242">85</cx:pt>
          <cx:pt idx="243">100</cx:pt>
          <cx:pt idx="244">42</cx:pt>
          <cx:pt idx="245">53</cx:pt>
          <cx:pt idx="246">86</cx:pt>
          <cx:pt idx="247">66</cx:pt>
          <cx:pt idx="248">100</cx:pt>
          <cx:pt idx="249">47</cx:pt>
          <cx:pt idx="250">25</cx:pt>
          <cx:pt idx="251">51</cx:pt>
          <cx:pt idx="252">41</cx:pt>
          <cx:pt idx="253">73</cx:pt>
          <cx:pt idx="254">42</cx:pt>
          <cx:pt idx="255">20</cx:pt>
          <cx:pt idx="256">30</cx:pt>
          <cx:pt idx="257">53</cx:pt>
          <cx:pt idx="258">74</cx:pt>
          <cx:pt idx="259">57</cx:pt>
          <cx:pt idx="260">57</cx:pt>
          <cx:pt idx="261">77</cx:pt>
          <cx:pt idx="262">40</cx:pt>
          <cx:pt idx="263">46</cx:pt>
          <cx:pt idx="264">78</cx:pt>
          <cx:pt idx="265">59</cx:pt>
          <cx:pt idx="266">75</cx:pt>
          <cx:pt idx="267">54</cx:pt>
          <cx:pt idx="268">42</cx:pt>
          <cx:pt idx="269">44</cx:pt>
          <cx:pt idx="270">52</cx:pt>
          <cx:pt idx="271">69</cx:pt>
          <cx:pt idx="272">26</cx:pt>
          <cx:pt idx="273">33</cx:pt>
          <cx:pt idx="274">32</cx:pt>
          <cx:pt idx="275">85</cx:pt>
          <cx:pt idx="276">30</cx:pt>
          <cx:pt idx="277">29</cx:pt>
          <cx:pt idx="278">95</cx:pt>
          <cx:pt idx="279">69</cx:pt>
          <cx:pt idx="280">69</cx:pt>
          <cx:pt idx="281">61</cx:pt>
          <cx:pt idx="282">94</cx:pt>
          <cx:pt idx="283">30</cx:pt>
          <cx:pt idx="284">45</cx:pt>
          <cx:pt idx="285">39</cx:pt>
          <cx:pt idx="286">51</cx:pt>
          <cx:pt idx="287">37</cx:pt>
          <cx:pt idx="288">62</cx:pt>
          <cx:pt idx="289">85</cx:pt>
          <cx:pt idx="290">33</cx:pt>
          <cx:pt idx="291">26</cx:pt>
          <cx:pt idx="292">99</cx:pt>
          <cx:pt idx="293">39</cx:pt>
          <cx:pt idx="294">20</cx:pt>
          <cx:pt idx="295">42</cx:pt>
          <cx:pt idx="296">74</cx:pt>
          <cx:pt idx="297">26</cx:pt>
          <cx:pt idx="298">53</cx:pt>
          <cx:pt idx="299">80</cx:pt>
          <cx:pt idx="300">98</cx:pt>
          <cx:pt idx="301">95</cx:pt>
          <cx:pt idx="302">44</cx:pt>
          <cx:pt idx="303">60</cx:pt>
          <cx:pt idx="304">84</cx:pt>
          <cx:pt idx="305">59</cx:pt>
          <cx:pt idx="306">49</cx:pt>
          <cx:pt idx="307">32</cx:pt>
          <cx:pt idx="308">29</cx:pt>
          <cx:pt idx="309">22</cx:pt>
          <cx:pt idx="310">85</cx:pt>
          <cx:pt idx="311">52</cx:pt>
          <cx:pt idx="312">89</cx:pt>
          <cx:pt idx="313">77</cx:pt>
          <cx:pt idx="314">24</cx:pt>
          <cx:pt idx="315">24</cx:pt>
          <cx:pt idx="316">22</cx:pt>
          <cx:pt idx="317">82</cx:pt>
          <cx:pt idx="318">67</cx:pt>
          <cx:pt idx="319">74</cx:pt>
          <cx:pt idx="320">72</cx:pt>
          <cx:pt idx="321">36</cx:pt>
          <cx:pt idx="322">95</cx:pt>
          <cx:pt idx="323">78</cx:pt>
          <cx:pt idx="324">82</cx:pt>
          <cx:pt idx="325">70</cx:pt>
          <cx:pt idx="326">41</cx:pt>
          <cx:pt idx="327">42</cx:pt>
          <cx:pt idx="328">50</cx:pt>
          <cx:pt idx="329">31</cx:pt>
          <cx:pt idx="330">51</cx:pt>
          <cx:pt idx="331">98</cx:pt>
          <cx:pt idx="332">86</cx:pt>
          <cx:pt idx="333">64</cx:pt>
          <cx:pt idx="334">46</cx:pt>
          <cx:pt idx="335">85</cx:pt>
          <cx:pt idx="336">81</cx:pt>
          <cx:pt idx="337">59</cx:pt>
          <cx:pt idx="338">79</cx:pt>
          <cx:pt idx="339">33</cx:pt>
          <cx:pt idx="340">47</cx:pt>
          <cx:pt idx="341">20</cx:pt>
          <cx:pt idx="342">36</cx:pt>
          <cx:pt idx="343">39</cx:pt>
          <cx:pt idx="344">71</cx:pt>
          <cx:pt idx="345">59</cx:pt>
          <cx:pt idx="346">50</cx:pt>
          <cx:pt idx="347">41</cx:pt>
          <cx:pt idx="348">59</cx:pt>
          <cx:pt idx="349">87</cx:pt>
          <cx:pt idx="350">68</cx:pt>
          <cx:pt idx="351">90</cx:pt>
          <cx:pt idx="352">71</cx:pt>
          <cx:pt idx="353">64</cx:pt>
          <cx:pt idx="354">76</cx:pt>
          <cx:pt idx="355">42</cx:pt>
          <cx:pt idx="356">80</cx:pt>
          <cx:pt idx="357">56</cx:pt>
          <cx:pt idx="358">25</cx:pt>
          <cx:pt idx="359">74</cx:pt>
          <cx:pt idx="360">30</cx:pt>
          <cx:pt idx="361">96</cx:pt>
          <cx:pt idx="362">64</cx:pt>
          <cx:pt idx="363">88</cx:pt>
          <cx:pt idx="364">88</cx:pt>
          <cx:pt idx="365">88</cx:pt>
          <cx:pt idx="366">36</cx:pt>
          <cx:pt idx="367">40</cx:pt>
          <cx:pt idx="368">39</cx:pt>
          <cx:pt idx="369">40</cx:pt>
          <cx:pt idx="370">34</cx:pt>
          <cx:pt idx="371">83</cx:pt>
          <cx:pt idx="372">85</cx:pt>
          <cx:pt idx="373">27</cx:pt>
          <cx:pt idx="374">78</cx:pt>
          <cx:pt idx="375">32</cx:pt>
          <cx:pt idx="376">51</cx:pt>
          <cx:pt idx="377">32</cx:pt>
          <cx:pt idx="378">62</cx:pt>
          <cx:pt idx="379">29</cx:pt>
          <cx:pt idx="380">69</cx:pt>
          <cx:pt idx="381">25</cx:pt>
          <cx:pt idx="382">76</cx:pt>
          <cx:pt idx="383">77</cx:pt>
          <cx:pt idx="384">33</cx:pt>
          <cx:pt idx="385">93</cx:pt>
          <cx:pt idx="386">39</cx:pt>
          <cx:pt idx="387">93</cx:pt>
          <cx:pt idx="388">82</cx:pt>
          <cx:pt idx="389">42</cx:pt>
          <cx:pt idx="390">71</cx:pt>
          <cx:pt idx="391">86</cx:pt>
          <cx:pt idx="392">82</cx:pt>
          <cx:pt idx="393">65</cx:pt>
          <cx:pt idx="394">29</cx:pt>
          <cx:pt idx="395">65</cx:pt>
          <cx:pt idx="396">88</cx:pt>
          <cx:pt idx="397">46</cx:pt>
          <cx:pt idx="398">67</cx:pt>
          <cx:pt idx="399">35</cx:pt>
          <cx:pt idx="400">66</cx:pt>
          <cx:pt idx="401">91</cx:pt>
          <cx:pt idx="402">78</cx:pt>
          <cx:pt idx="403">45</cx:pt>
          <cx:pt idx="404">93</cx:pt>
          <cx:pt idx="405">74</cx:pt>
          <cx:pt idx="406">55</cx:pt>
          <cx:pt idx="407">76</cx:pt>
          <cx:pt idx="408">66</cx:pt>
          <cx:pt idx="409">51</cx:pt>
          <cx:pt idx="410">26</cx:pt>
          <cx:pt idx="411">29</cx:pt>
          <cx:pt idx="412">74</cx:pt>
          <cx:pt idx="413">99</cx:pt>
          <cx:pt idx="414">88</cx:pt>
          <cx:pt idx="415">31</cx:pt>
          <cx:pt idx="416">55</cx:pt>
          <cx:pt idx="417">81</cx:pt>
          <cx:pt idx="418">73</cx:pt>
          <cx:pt idx="419">91</cx:pt>
          <cx:pt idx="420">54</cx:pt>
          <cx:pt idx="421">40</cx:pt>
          <cx:pt idx="422">59</cx:pt>
          <cx:pt idx="423">26</cx:pt>
          <cx:pt idx="424">23</cx:pt>
          <cx:pt idx="425">87</cx:pt>
          <cx:pt idx="426">71</cx:pt>
          <cx:pt idx="427">91</cx:pt>
          <cx:pt idx="428">64</cx:pt>
          <cx:pt idx="429">94</cx:pt>
          <cx:pt idx="430">40</cx:pt>
          <cx:pt idx="431">76</cx:pt>
          <cx:pt idx="432">86</cx:pt>
          <cx:pt idx="433">92</cx:pt>
          <cx:pt idx="434">52</cx:pt>
          <cx:pt idx="435">28</cx:pt>
          <cx:pt idx="436">46</cx:pt>
          <cx:pt idx="437">50</cx:pt>
          <cx:pt idx="438">23</cx:pt>
          <cx:pt idx="439">50</cx:pt>
          <cx:pt idx="440">89</cx:pt>
          <cx:pt idx="441">81</cx:pt>
          <cx:pt idx="442">69</cx:pt>
          <cx:pt idx="443">67</cx:pt>
          <cx:pt idx="444">20</cx:pt>
          <cx:pt idx="445">29</cx:pt>
          <cx:pt idx="446">74</cx:pt>
          <cx:pt idx="447">82</cx:pt>
          <cx:pt idx="448">23</cx:pt>
          <cx:pt idx="449">45</cx:pt>
          <cx:pt idx="450">21</cx:pt>
          <cx:pt idx="451">31</cx:pt>
          <cx:pt idx="452">45</cx:pt>
          <cx:pt idx="453">56</cx:pt>
          <cx:pt idx="454">97</cx:pt>
          <cx:pt idx="455">100</cx:pt>
          <cx:pt idx="456">96</cx:pt>
          <cx:pt idx="457">99</cx:pt>
          <cx:pt idx="458">91</cx:pt>
          <cx:pt idx="459">30</cx:pt>
          <cx:pt idx="460">65</cx:pt>
          <cx:pt idx="461">93</cx:pt>
          <cx:pt idx="462">81</cx:pt>
          <cx:pt idx="463">81</cx:pt>
          <cx:pt idx="464">52</cx:pt>
          <cx:pt idx="465">88</cx:pt>
          <cx:pt idx="466">24</cx:pt>
          <cx:pt idx="467">51</cx:pt>
          <cx:pt idx="468">38</cx:pt>
          <cx:pt idx="469">46</cx:pt>
          <cx:pt idx="470">63</cx:pt>
          <cx:pt idx="471">72</cx:pt>
          <cx:pt idx="472">39</cx:pt>
          <cx:pt idx="473">42</cx:pt>
          <cx:pt idx="474">76</cx:pt>
          <cx:pt idx="475">66</cx:pt>
          <cx:pt idx="476">90</cx:pt>
          <cx:pt idx="477">56</cx:pt>
          <cx:pt idx="478">43</cx:pt>
          <cx:pt idx="479">84</cx:pt>
          <cx:pt idx="480">88</cx:pt>
          <cx:pt idx="481">88</cx:pt>
          <cx:pt idx="482">42</cx:pt>
          <cx:pt idx="483">73</cx:pt>
          <cx:pt idx="484">73</cx:pt>
          <cx:pt idx="485">44</cx:pt>
          <cx:pt idx="486">63</cx:pt>
          <cx:pt idx="487">68</cx:pt>
          <cx:pt idx="488">29</cx:pt>
          <cx:pt idx="489">85</cx:pt>
          <cx:pt idx="490">42</cx:pt>
          <cx:pt idx="491">69</cx:pt>
          <cx:pt idx="492">62</cx:pt>
          <cx:pt idx="493">48</cx:pt>
          <cx:pt idx="494">68</cx:pt>
          <cx:pt idx="495">36</cx:pt>
          <cx:pt idx="496">63</cx:pt>
          <cx:pt idx="497">39</cx:pt>
          <cx:pt idx="498">78</cx:pt>
          <cx:pt idx="499">99</cx:pt>
          <cx:pt idx="500">31</cx:pt>
          <cx:pt idx="501">45</cx:pt>
          <cx:pt idx="502">30</cx:pt>
          <cx:pt idx="503">24</cx:pt>
          <cx:pt idx="504">22</cx:pt>
          <cx:pt idx="505">63</cx:pt>
          <cx:pt idx="506">40</cx:pt>
          <cx:pt idx="507">20</cx:pt>
          <cx:pt idx="508">20</cx:pt>
          <cx:pt idx="509">80</cx:pt>
          <cx:pt idx="510">87</cx:pt>
          <cx:pt idx="511">46</cx:pt>
          <cx:pt idx="512">49</cx:pt>
          <cx:pt idx="513">65</cx:pt>
          <cx:pt idx="514">62</cx:pt>
          <cx:pt idx="515">67</cx:pt>
          <cx:pt idx="516">41</cx:pt>
          <cx:pt idx="517">49</cx:pt>
          <cx:pt idx="518">100</cx:pt>
          <cx:pt idx="519">54</cx:pt>
          <cx:pt idx="520">84</cx:pt>
          <cx:pt idx="521">41</cx:pt>
          <cx:pt idx="522">88</cx:pt>
          <cx:pt idx="523">40</cx:pt>
          <cx:pt idx="524">39</cx:pt>
          <cx:pt idx="525">37</cx:pt>
          <cx:pt idx="526">52</cx:pt>
          <cx:pt idx="527">23</cx:pt>
          <cx:pt idx="528">88</cx:pt>
          <cx:pt idx="529">84</cx:pt>
          <cx:pt idx="530">37</cx:pt>
          <cx:pt idx="531">51</cx:pt>
          <cx:pt idx="532">76</cx:pt>
          <cx:pt idx="533">60</cx:pt>
          <cx:pt idx="534">72</cx:pt>
          <cx:pt idx="535">45</cx:pt>
          <cx:pt idx="536">84</cx:pt>
          <cx:pt idx="537">49</cx:pt>
          <cx:pt idx="538">22</cx:pt>
          <cx:pt idx="539">48</cx:pt>
          <cx:pt idx="540">37</cx:pt>
          <cx:pt idx="541">27</cx:pt>
          <cx:pt idx="542">79</cx:pt>
          <cx:pt idx="543">98</cx:pt>
          <cx:pt idx="544">64</cx:pt>
          <cx:pt idx="545">32</cx:pt>
          <cx:pt idx="546">74</cx:pt>
          <cx:pt idx="547">50</cx:pt>
          <cx:pt idx="548">64</cx:pt>
          <cx:pt idx="549">29</cx:pt>
          <cx:pt idx="550">62</cx:pt>
          <cx:pt idx="551">78</cx:pt>
          <cx:pt idx="552">94</cx:pt>
          <cx:pt idx="553">59</cx:pt>
          <cx:pt idx="554">47</cx:pt>
          <cx:pt idx="555">57</cx:pt>
          <cx:pt idx="556">90</cx:pt>
          <cx:pt idx="557">60</cx:pt>
          <cx:pt idx="558">77</cx:pt>
          <cx:pt idx="559">41</cx:pt>
          <cx:pt idx="560">48</cx:pt>
          <cx:pt idx="561">65</cx:pt>
          <cx:pt idx="562">62</cx:pt>
          <cx:pt idx="563">99</cx:pt>
          <cx:pt idx="564">58</cx:pt>
          <cx:pt idx="565">43</cx:pt>
          <cx:pt idx="566">93</cx:pt>
          <cx:pt idx="567">50</cx:pt>
          <cx:pt idx="568">88</cx:pt>
          <cx:pt idx="569">33</cx:pt>
          <cx:pt idx="570">99</cx:pt>
          <cx:pt idx="571">76</cx:pt>
          <cx:pt idx="572">97</cx:pt>
          <cx:pt idx="573">68</cx:pt>
          <cx:pt idx="574">79</cx:pt>
          <cx:pt idx="575">86</cx:pt>
          <cx:pt idx="576">68</cx:pt>
          <cx:pt idx="577">52</cx:pt>
          <cx:pt idx="578">90</cx:pt>
          <cx:pt idx="579">41</cx:pt>
          <cx:pt idx="580">80</cx:pt>
          <cx:pt idx="581">100</cx:pt>
          <cx:pt idx="582">77</cx:pt>
          <cx:pt idx="583">78</cx:pt>
          <cx:pt idx="584">94</cx:pt>
          <cx:pt idx="585">23</cx:pt>
          <cx:pt idx="586">20</cx:pt>
          <cx:pt idx="587">86</cx:pt>
          <cx:pt idx="588">60</cx:pt>
          <cx:pt idx="589">70</cx:pt>
          <cx:pt idx="590">39</cx:pt>
          <cx:pt idx="591">37</cx:pt>
          <cx:pt idx="592">29</cx:pt>
          <cx:pt idx="593">35</cx:pt>
          <cx:pt idx="594">83</cx:pt>
          <cx:pt idx="595">77</cx:pt>
          <cx:pt idx="596">37</cx:pt>
          <cx:pt idx="597">69</cx:pt>
          <cx:pt idx="598">66</cx:pt>
          <cx:pt idx="599">26</cx:pt>
          <cx:pt idx="600">63</cx:pt>
          <cx:pt idx="601">38</cx:pt>
          <cx:pt idx="602">58</cx:pt>
          <cx:pt idx="603">46</cx:pt>
          <cx:pt idx="604">92</cx:pt>
          <cx:pt idx="605">32</cx:pt>
          <cx:pt idx="606">90</cx:pt>
          <cx:pt idx="607">23</cx:pt>
          <cx:pt idx="608">25</cx:pt>
          <cx:pt idx="609">54</cx:pt>
          <cx:pt idx="610">72</cx:pt>
          <cx:pt idx="611">33</cx:pt>
          <cx:pt idx="612">43</cx:pt>
          <cx:pt idx="613">51</cx:pt>
          <cx:pt idx="614">85</cx:pt>
          <cx:pt idx="615">100</cx:pt>
          <cx:pt idx="616">72</cx:pt>
          <cx:pt idx="617">57</cx:pt>
          <cx:pt idx="618">94</cx:pt>
          <cx:pt idx="619">34</cx:pt>
          <cx:pt idx="620">89</cx:pt>
          <cx:pt idx="621">27</cx:pt>
          <cx:pt idx="622">63</cx:pt>
          <cx:pt idx="623">70</cx:pt>
          <cx:pt idx="624">87</cx:pt>
          <cx:pt idx="625">79</cx:pt>
          <cx:pt idx="626">79</cx:pt>
          <cx:pt idx="627">44</cx:pt>
          <cx:pt idx="628">85</cx:pt>
          <cx:pt idx="629">90</cx:pt>
          <cx:pt idx="630">94</cx:pt>
          <cx:pt idx="631">68</cx:pt>
          <cx:pt idx="632">51</cx:pt>
          <cx:pt idx="633">33</cx:pt>
          <cx:pt idx="634">60</cx:pt>
          <cx:pt idx="635">59</cx:pt>
          <cx:pt idx="636">30</cx:pt>
          <cx:pt idx="637">20</cx:pt>
          <cx:pt idx="638">20</cx:pt>
          <cx:pt idx="639">24</cx:pt>
          <cx:pt idx="640">88</cx:pt>
          <cx:pt idx="641">78</cx:pt>
          <cx:pt idx="642">25</cx:pt>
          <cx:pt idx="643">57</cx:pt>
          <cx:pt idx="644">93</cx:pt>
          <cx:pt idx="645">42</cx:pt>
          <cx:pt idx="646">54</cx:pt>
          <cx:pt idx="647">70</cx:pt>
          <cx:pt idx="648">31</cx:pt>
          <cx:pt idx="649">93</cx:pt>
          <cx:pt idx="650">40</cx:pt>
          <cx:pt idx="651">32</cx:pt>
          <cx:pt idx="652">27</cx:pt>
          <cx:pt idx="653">68</cx:pt>
          <cx:pt idx="654">59</cx:pt>
          <cx:pt idx="655">36</cx:pt>
          <cx:pt idx="656">23</cx:pt>
          <cx:pt idx="657">80</cx:pt>
          <cx:pt idx="658">37</cx:pt>
          <cx:pt idx="659">52</cx:pt>
          <cx:pt idx="660">79</cx:pt>
          <cx:pt idx="661">68</cx:pt>
          <cx:pt idx="662">98</cx:pt>
          <cx:pt idx="663">83</cx:pt>
          <cx:pt idx="664">83</cx:pt>
          <cx:pt idx="665">55</cx:pt>
          <cx:pt idx="666">26</cx:pt>
          <cx:pt idx="667">76</cx:pt>
          <cx:pt idx="668">85</cx:pt>
          <cx:pt idx="669">89</cx:pt>
          <cx:pt idx="670">41</cx:pt>
          <cx:pt idx="671">30</cx:pt>
          <cx:pt idx="672">53</cx:pt>
          <cx:pt idx="673">66</cx:pt>
          <cx:pt idx="674">33</cx:pt>
          <cx:pt idx="675">86</cx:pt>
          <cx:pt idx="676">60</cx:pt>
          <cx:pt idx="677">62</cx:pt>
          <cx:pt idx="678">74</cx:pt>
          <cx:pt idx="679">95</cx:pt>
          <cx:pt idx="680">25</cx:pt>
          <cx:pt idx="681">59</cx:pt>
          <cx:pt idx="682">29</cx:pt>
          <cx:pt idx="683">36</cx:pt>
          <cx:pt idx="684">82</cx:pt>
          <cx:pt idx="685">71</cx:pt>
          <cx:pt idx="686">35</cx:pt>
          <cx:pt idx="687">38</cx:pt>
          <cx:pt idx="688">59</cx:pt>
          <cx:pt idx="689">91</cx:pt>
          <cx:pt idx="690">68</cx:pt>
          <cx:pt idx="691">21</cx:pt>
          <cx:pt idx="692">95</cx:pt>
          <cx:pt idx="693">52</cx:pt>
          <cx:pt idx="694">21</cx:pt>
          <cx:pt idx="695">67</cx:pt>
          <cx:pt idx="696">42</cx:pt>
          <cx:pt idx="697">63</cx:pt>
          <cx:pt idx="698">41</cx:pt>
          <cx:pt idx="699">46</cx:pt>
          <cx:pt idx="700">79</cx:pt>
          <cx:pt idx="701">90</cx:pt>
          <cx:pt idx="702">71</cx:pt>
          <cx:pt idx="703">87</cx:pt>
          <cx:pt idx="704">66</cx:pt>
          <cx:pt idx="705">90</cx:pt>
          <cx:pt idx="706">47</cx:pt>
          <cx:pt idx="707">38</cx:pt>
          <cx:pt idx="708">50</cx:pt>
          <cx:pt idx="709">79</cx:pt>
          <cx:pt idx="710">91</cx:pt>
          <cx:pt idx="711">60</cx:pt>
          <cx:pt idx="712">81</cx:pt>
          <cx:pt idx="713">90</cx:pt>
          <cx:pt idx="714">70</cx:pt>
          <cx:pt idx="715">63</cx:pt>
          <cx:pt idx="716">29</cx:pt>
          <cx:pt idx="717">90</cx:pt>
          <cx:pt idx="718">22</cx:pt>
          <cx:pt idx="719">22</cx:pt>
          <cx:pt idx="720">62</cx:pt>
          <cx:pt idx="721">57</cx:pt>
          <cx:pt idx="722">32</cx:pt>
          <cx:pt idx="723">53</cx:pt>
          <cx:pt idx="724">79</cx:pt>
          <cx:pt idx="725">61</cx:pt>
          <cx:pt idx="726">78</cx:pt>
          <cx:pt idx="727">97</cx:pt>
          <cx:pt idx="728">78</cx:pt>
          <cx:pt idx="729">56</cx:pt>
          <cx:pt idx="730">25</cx:pt>
          <cx:pt idx="731">28</cx:pt>
          <cx:pt idx="732">57</cx:pt>
          <cx:pt idx="733">36</cx:pt>
          <cx:pt idx="734">69</cx:pt>
          <cx:pt idx="735">48</cx:pt>
          <cx:pt idx="736">58</cx:pt>
          <cx:pt idx="737">24</cx:pt>
          <cx:pt idx="738">31</cx:pt>
          <cx:pt idx="739">29</cx:pt>
          <cx:pt idx="740">69</cx:pt>
          <cx:pt idx="741">79</cx:pt>
          <cx:pt idx="742">39</cx:pt>
          <cx:pt idx="743">84</cx:pt>
          <cx:pt idx="744">66</cx:pt>
          <cx:pt idx="745">92</cx:pt>
          <cx:pt idx="746">45</cx:pt>
          <cx:pt idx="747">74</cx:pt>
          <cx:pt idx="748">39</cx:pt>
          <cx:pt idx="749">71</cx:pt>
          <cx:pt idx="750">95</cx:pt>
          <cx:pt idx="751">72</cx:pt>
          <cx:pt idx="752">85</cx:pt>
          <cx:pt idx="753">54</cx:pt>
          <cx:pt idx="754">41</cx:pt>
          <cx:pt idx="755">24</cx:pt>
          <cx:pt idx="756">99</cx:pt>
          <cx:pt idx="757">32</cx:pt>
          <cx:pt idx="758">71</cx:pt>
          <cx:pt idx="759">49</cx:pt>
          <cx:pt idx="760">50</cx:pt>
          <cx:pt idx="761">91</cx:pt>
          <cx:pt idx="762">46</cx:pt>
          <cx:pt idx="763">50</cx:pt>
          <cx:pt idx="764">39</cx:pt>
          <cx:pt idx="765">99</cx:pt>
          <cx:pt idx="766">48</cx:pt>
          <cx:pt idx="767">77</cx:pt>
          <cx:pt idx="768">95</cx:pt>
          <cx:pt idx="769">100</cx:pt>
          <cx:pt idx="770">54</cx:pt>
          <cx:pt idx="771">68</cx:pt>
          <cx:pt idx="772">22</cx:pt>
          <cx:pt idx="773">84</cx:pt>
          <cx:pt idx="774">46</cx:pt>
          <cx:pt idx="775">53</cx:pt>
          <cx:pt idx="776">60</cx:pt>
          <cx:pt idx="777">32</cx:pt>
          <cx:pt idx="778">50</cx:pt>
          <cx:pt idx="779">94</cx:pt>
          <cx:pt idx="780">26</cx:pt>
          <cx:pt idx="781">44</cx:pt>
          <cx:pt idx="782">57</cx:pt>
          <cx:pt idx="783">65</cx:pt>
          <cx:pt idx="784">72</cx:pt>
          <cx:pt idx="785">62</cx:pt>
          <cx:pt idx="786">21</cx:pt>
          <cx:pt idx="787">85</cx:pt>
          <cx:pt idx="788">51</cx:pt>
          <cx:pt idx="789">84</cx:pt>
          <cx:pt idx="790">37</cx:pt>
          <cx:pt idx="791">44</cx:pt>
          <cx:pt idx="792">45</cx:pt>
          <cx:pt idx="793">35</cx:pt>
          <cx:pt idx="794">50</cx:pt>
          <cx:pt idx="795">26</cx:pt>
          <cx:pt idx="796">78</cx:pt>
          <cx:pt idx="797">82</cx:pt>
          <cx:pt idx="798">39</cx:pt>
          <cx:pt idx="799">55</cx:pt>
          <cx:pt idx="800">20</cx:pt>
          <cx:pt idx="801">29</cx:pt>
          <cx:pt idx="802">41</cx:pt>
          <cx:pt idx="803">38</cx:pt>
          <cx:pt idx="804">47</cx:pt>
          <cx:pt idx="805">30</cx:pt>
          <cx:pt idx="806">56</cx:pt>
          <cx:pt idx="807">89</cx:pt>
          <cx:pt idx="808">96</cx:pt>
          <cx:pt idx="809">81</cx:pt>
          <cx:pt idx="810">83</cx:pt>
          <cx:pt idx="811">35</cx:pt>
          <cx:pt idx="812">56</cx:pt>
          <cx:pt idx="813">45</cx:pt>
          <cx:pt idx="814">62</cx:pt>
          <cx:pt idx="815">84</cx:pt>
          <cx:pt idx="816">24</cx:pt>
          <cx:pt idx="817">21</cx:pt>
          <cx:pt idx="818">91</cx:pt>
          <cx:pt idx="819">36</cx:pt>
          <cx:pt idx="820">39</cx:pt>
          <cx:pt idx="821">39</cx:pt>
          <cx:pt idx="822">59</cx:pt>
          <cx:pt idx="823">27</cx:pt>
          <cx:pt idx="824">94</cx:pt>
          <cx:pt idx="825">94</cx:pt>
          <cx:pt idx="826">94</cx:pt>
          <cx:pt idx="827">51</cx:pt>
          <cx:pt idx="828">62</cx:pt>
          <cx:pt idx="829">57</cx:pt>
          <cx:pt idx="830">76</cx:pt>
          <cx:pt idx="831">63</cx:pt>
          <cx:pt idx="832">80</cx:pt>
          <cx:pt idx="833">68</cx:pt>
          <cx:pt idx="834">89</cx:pt>
          <cx:pt idx="835">26</cx:pt>
          <cx:pt idx="836">90</cx:pt>
          <cx:pt idx="837">28</cx:pt>
          <cx:pt idx="838">29</cx:pt>
          <cx:pt idx="839">31</cx:pt>
          <cx:pt idx="840">24</cx:pt>
          <cx:pt idx="841">88</cx:pt>
          <cx:pt idx="842">87</cx:pt>
          <cx:pt idx="843">80</cx:pt>
          <cx:pt idx="844">48</cx:pt>
          <cx:pt idx="845">21</cx:pt>
          <cx:pt idx="846">72</cx:pt>
          <cx:pt idx="847">44</cx:pt>
          <cx:pt idx="848">73</cx:pt>
          <cx:pt idx="849">61</cx:pt>
          <cx:pt idx="850">20</cx:pt>
          <cx:pt idx="851">86</cx:pt>
          <cx:pt idx="852">60</cx:pt>
          <cx:pt idx="853">43</cx:pt>
          <cx:pt idx="854">44</cx:pt>
          <cx:pt idx="855">76</cx:pt>
          <cx:pt idx="856">33</cx:pt>
          <cx:pt idx="857">60</cx:pt>
          <cx:pt idx="858">26</cx:pt>
          <cx:pt idx="859">73</cx:pt>
          <cx:pt idx="860">87</cx:pt>
          <cx:pt idx="861">100</cx:pt>
          <cx:pt idx="862">84</cx:pt>
          <cx:pt idx="863">41</cx:pt>
          <cx:pt idx="864">59</cx:pt>
          <cx:pt idx="865">26</cx:pt>
          <cx:pt idx="866">69</cx:pt>
          <cx:pt idx="867">20</cx:pt>
          <cx:pt idx="868">83</cx:pt>
          <cx:pt idx="869">54</cx:pt>
          <cx:pt idx="870">66</cx:pt>
          <cx:pt idx="871">42</cx:pt>
          <cx:pt idx="872">33</cx:pt>
          <cx:pt idx="873">77</cx:pt>
          <cx:pt idx="874">65</cx:pt>
          <cx:pt idx="875">39</cx:pt>
          <cx:pt idx="876">51</cx:pt>
          <cx:pt idx="877">65</cx:pt>
          <cx:pt idx="878">89</cx:pt>
          <cx:pt idx="879">76</cx:pt>
          <cx:pt idx="880">75</cx:pt>
          <cx:pt idx="881">61</cx:pt>
          <cx:pt idx="882">35</cx:pt>
          <cx:pt idx="883">37</cx:pt>
          <cx:pt idx="884">91</cx:pt>
          <cx:pt idx="885">99</cx:pt>
          <cx:pt idx="886">54</cx:pt>
          <cx:pt idx="887">47</cx:pt>
          <cx:pt idx="888">77</cx:pt>
          <cx:pt idx="889">84</cx:pt>
          <cx:pt idx="890">51</cx:pt>
          <cx:pt idx="891">26</cx:pt>
          <cx:pt idx="892">64</cx:pt>
          <cx:pt idx="893">51</cx:pt>
          <cx:pt idx="894">60</cx:pt>
          <cx:pt idx="895">69</cx:pt>
          <cx:pt idx="896">29</cx:pt>
          <cx:pt idx="897">91</cx:pt>
          <cx:pt idx="898">70</cx:pt>
          <cx:pt idx="899">58</cx:pt>
          <cx:pt idx="900">98</cx:pt>
          <cx:pt idx="901">68</cx:pt>
          <cx:pt idx="902">44</cx:pt>
          <cx:pt idx="903">45</cx:pt>
          <cx:pt idx="904">99</cx:pt>
          <cx:pt idx="905">68</cx:pt>
          <cx:pt idx="906">56</cx:pt>
          <cx:pt idx="907">43</cx:pt>
          <cx:pt idx="908">99</cx:pt>
          <cx:pt idx="909">56</cx:pt>
          <cx:pt idx="910">25</cx:pt>
          <cx:pt idx="911">74</cx:pt>
          <cx:pt idx="912">56</cx:pt>
          <cx:pt idx="913">47</cx:pt>
          <cx:pt idx="914">67</cx:pt>
          <cx:pt idx="915">22</cx:pt>
          <cx:pt idx="916">34</cx:pt>
          <cx:pt idx="917">64</cx:pt>
          <cx:pt idx="918">42</cx:pt>
          <cx:pt idx="919">82</cx:pt>
          <cx:pt idx="920">81</cx:pt>
          <cx:pt idx="921">24</cx:pt>
          <cx:pt idx="922">60</cx:pt>
          <cx:pt idx="923">24</cx:pt>
          <cx:pt idx="924">78</cx:pt>
          <cx:pt idx="925">88</cx:pt>
          <cx:pt idx="926">63</cx:pt>
          <cx:pt idx="927">78</cx:pt>
          <cx:pt idx="928">37</cx:pt>
          <cx:pt idx="929">94</cx:pt>
          <cx:pt idx="930">78</cx:pt>
          <cx:pt idx="931">36</cx:pt>
          <cx:pt idx="932">24</cx:pt>
          <cx:pt idx="933">84</cx:pt>
          <cx:pt idx="934">47</cx:pt>
          <cx:pt idx="935">51</cx:pt>
          <cx:pt idx="936">84</cx:pt>
          <cx:pt idx="937">24</cx:pt>
          <cx:pt idx="938">97</cx:pt>
          <cx:pt idx="939">89</cx:pt>
          <cx:pt idx="940">44</cx:pt>
          <cx:pt idx="941">35</cx:pt>
          <cx:pt idx="942">91</cx:pt>
          <cx:pt idx="943">63</cx:pt>
          <cx:pt idx="944">97</cx:pt>
          <cx:pt idx="945">38</cx:pt>
          <cx:pt idx="946">24</cx:pt>
          <cx:pt idx="947">32</cx:pt>
          <cx:pt idx="948">90</cx:pt>
          <cx:pt idx="949">36</cx:pt>
          <cx:pt idx="950">37</cx:pt>
          <cx:pt idx="951">51</cx:pt>
          <cx:pt idx="952">71</cx:pt>
          <cx:pt idx="953">50</cx:pt>
          <cx:pt idx="954">74</cx:pt>
          <cx:pt idx="955">75</cx:pt>
          <cx:pt idx="956">99</cx:pt>
          <cx:pt idx="957">23</cx:pt>
          <cx:pt idx="958">53</cx:pt>
          <cx:pt idx="959">99</cx:pt>
          <cx:pt idx="960">48</cx:pt>
          <cx:pt idx="961">72</cx:pt>
          <cx:pt idx="962">64</cx:pt>
          <cx:pt idx="963">63</cx:pt>
          <cx:pt idx="964">51</cx:pt>
          <cx:pt idx="965">55</cx:pt>
          <cx:pt idx="966">55</cx:pt>
          <cx:pt idx="967">26</cx:pt>
          <cx:pt idx="968">67</cx:pt>
          <cx:pt idx="969">31</cx:pt>
          <cx:pt idx="970">66</cx:pt>
          <cx:pt idx="971">67</cx:pt>
          <cx:pt idx="972">61</cx:pt>
          <cx:pt idx="973">75</cx:pt>
          <cx:pt idx="974">90</cx:pt>
          <cx:pt idx="975">40</cx:pt>
          <cx:pt idx="976">90</cx:pt>
          <cx:pt idx="977">20</cx:pt>
          <cx:pt idx="978">40</cx:pt>
          <cx:pt idx="979">33</cx:pt>
          <cx:pt idx="980">98</cx:pt>
          <cx:pt idx="981">42</cx:pt>
          <cx:pt idx="982">62</cx:pt>
          <cx:pt idx="983">45</cx:pt>
          <cx:pt idx="984">78</cx:pt>
          <cx:pt idx="985">80</cx:pt>
          <cx:pt idx="986">96</cx:pt>
          <cx:pt idx="987">47</cx:pt>
          <cx:pt idx="988">84</cx:pt>
          <cx:pt idx="989">31</cx:pt>
          <cx:pt idx="990">63</cx:pt>
          <cx:pt idx="991">97</cx:pt>
          <cx:pt idx="992">99</cx:pt>
          <cx:pt idx="993">90</cx:pt>
          <cx:pt idx="994">68</cx:pt>
          <cx:pt idx="995">80</cx:pt>
          <cx:pt idx="996">91</cx:pt>
          <cx:pt idx="997">30</cx:pt>
          <cx:pt idx="998">90</cx:pt>
          <cx:pt idx="999">28</cx:pt>
          <cx:pt idx="1000">46</cx:pt>
          <cx:pt idx="1001">60</cx:pt>
          <cx:pt idx="1002">59</cx:pt>
          <cx:pt idx="1003">68</cx:pt>
          <cx:pt idx="1004">79</cx:pt>
          <cx:pt idx="1005">94</cx:pt>
          <cx:pt idx="1006">83</cx:pt>
          <cx:pt idx="1007">62</cx:pt>
          <cx:pt idx="1008">85</cx:pt>
          <cx:pt idx="1009">30</cx:pt>
          <cx:pt idx="1010">24</cx:pt>
          <cx:pt idx="1011">25</cx:pt>
          <cx:pt idx="1012">37</cx:pt>
          <cx:pt idx="1013">69</cx:pt>
          <cx:pt idx="1014">97</cx:pt>
          <cx:pt idx="1015">24</cx:pt>
          <cx:pt idx="1016">30</cx:pt>
          <cx:pt idx="1017">53</cx:pt>
          <cx:pt idx="1018">70</cx:pt>
          <cx:pt idx="1019">76</cx:pt>
          <cx:pt idx="1020">95</cx:pt>
          <cx:pt idx="1021">51</cx:pt>
          <cx:pt idx="1022">41</cx:pt>
          <cx:pt idx="1023">71</cx:pt>
          <cx:pt idx="1024">66</cx:pt>
          <cx:pt idx="1025">84</cx:pt>
          <cx:pt idx="1026">95</cx:pt>
          <cx:pt idx="1027">90</cx:pt>
          <cx:pt idx="1028">36</cx:pt>
          <cx:pt idx="1029">22</cx:pt>
          <cx:pt idx="1030">89</cx:pt>
          <cx:pt idx="1031">50</cx:pt>
          <cx:pt idx="1032">36</cx:pt>
          <cx:pt idx="1033">52</cx:pt>
          <cx:pt idx="1034">29</cx:pt>
          <cx:pt idx="1035">89</cx:pt>
          <cx:pt idx="1036">47</cx:pt>
          <cx:pt idx="1037">25</cx:pt>
          <cx:pt idx="1038">74</cx:pt>
          <cx:pt idx="1039">46</cx:pt>
          <cx:pt idx="1040">22</cx:pt>
          <cx:pt idx="1041">25</cx:pt>
          <cx:pt idx="1042">80</cx:pt>
          <cx:pt idx="1043">76</cx:pt>
          <cx:pt idx="1044">30</cx:pt>
          <cx:pt idx="1045">79</cx:pt>
          <cx:pt idx="1046">22</cx:pt>
          <cx:pt idx="1047">36</cx:pt>
          <cx:pt idx="1048">77</cx:pt>
          <cx:pt idx="1049">33</cx:pt>
          <cx:pt idx="1050">64</cx:pt>
          <cx:pt idx="1051">53</cx:pt>
          <cx:pt idx="1052">36</cx:pt>
          <cx:pt idx="1053">70</cx:pt>
          <cx:pt idx="1054">96</cx:pt>
          <cx:pt idx="1055">27</cx:pt>
          <cx:pt idx="1056">64</cx:pt>
          <cx:pt idx="1057">23</cx:pt>
          <cx:pt idx="1058">33</cx:pt>
          <cx:pt idx="1059">34</cx:pt>
          <cx:pt idx="1060">35</cx:pt>
          <cx:pt idx="1061">62</cx:pt>
          <cx:pt idx="1062">75</cx:pt>
          <cx:pt idx="1063">29</cx:pt>
          <cx:pt idx="1064">28</cx:pt>
          <cx:pt idx="1065">20</cx:pt>
          <cx:pt idx="1066">96</cx:pt>
          <cx:pt idx="1067">43</cx:pt>
          <cx:pt idx="1068">94</cx:pt>
          <cx:pt idx="1069">81</cx:pt>
          <cx:pt idx="1070">75</cx:pt>
          <cx:pt idx="1071">81</cx:pt>
          <cx:pt idx="1072">92</cx:pt>
          <cx:pt idx="1073">96</cx:pt>
          <cx:pt idx="1074">71</cx:pt>
          <cx:pt idx="1075">50</cx:pt>
          <cx:pt idx="1076">72</cx:pt>
          <cx:pt idx="1077">28</cx:pt>
          <cx:pt idx="1078">59</cx:pt>
          <cx:pt idx="1079">33</cx:pt>
          <cx:pt idx="1080">59</cx:pt>
          <cx:pt idx="1081">30</cx:pt>
          <cx:pt idx="1082">85</cx:pt>
          <cx:pt idx="1083">97</cx:pt>
          <cx:pt idx="1084">36</cx:pt>
          <cx:pt idx="1085">85</cx:pt>
          <cx:pt idx="1086">62</cx:pt>
          <cx:pt idx="1087">71</cx:pt>
          <cx:pt idx="1088">21</cx:pt>
          <cx:pt idx="1089">61</cx:pt>
          <cx:pt idx="1090">58</cx:pt>
          <cx:pt idx="1091">80</cx:pt>
          <cx:pt idx="1092">50</cx:pt>
          <cx:pt idx="1093">48</cx:pt>
          <cx:pt idx="1094">40</cx:pt>
          <cx:pt idx="1095">34</cx:pt>
          <cx:pt idx="1096">46</cx:pt>
          <cx:pt idx="1097">27</cx:pt>
          <cx:pt idx="1098">98</cx:pt>
          <cx:pt idx="1099">73</cx:pt>
          <cx:pt idx="1100">28</cx:pt>
          <cx:pt idx="1101">76</cx:pt>
          <cx:pt idx="1102">83</cx:pt>
          <cx:pt idx="1103">23</cx:pt>
          <cx:pt idx="1104">28</cx:pt>
          <cx:pt idx="1105">83</cx:pt>
          <cx:pt idx="1106">96</cx:pt>
          <cx:pt idx="1107">62</cx:pt>
          <cx:pt idx="1108">25</cx:pt>
          <cx:pt idx="1109">97</cx:pt>
          <cx:pt idx="1110">61</cx:pt>
          <cx:pt idx="1111">66</cx:pt>
          <cx:pt idx="1112">67</cx:pt>
          <cx:pt idx="1113">80</cx:pt>
          <cx:pt idx="1114">25</cx:pt>
          <cx:pt idx="1115">58</cx:pt>
          <cx:pt idx="1116">96</cx:pt>
          <cx:pt idx="1117">77</cx:pt>
          <cx:pt idx="1118">65</cx:pt>
          <cx:pt idx="1119">36</cx:pt>
          <cx:pt idx="1120">84</cx:pt>
          <cx:pt idx="1121">58</cx:pt>
          <cx:pt idx="1122">62</cx:pt>
          <cx:pt idx="1123">67</cx:pt>
          <cx:pt idx="1124">20</cx:pt>
          <cx:pt idx="1125">90</cx:pt>
          <cx:pt idx="1126">58</cx:pt>
          <cx:pt idx="1127">53</cx:pt>
          <cx:pt idx="1128">30</cx:pt>
          <cx:pt idx="1129">65</cx:pt>
          <cx:pt idx="1130">41</cx:pt>
          <cx:pt idx="1131">73</cx:pt>
          <cx:pt idx="1132">98</cx:pt>
          <cx:pt idx="1133">36</cx:pt>
          <cx:pt idx="1134">81</cx:pt>
          <cx:pt idx="1135">90</cx:pt>
          <cx:pt idx="1136">83</cx:pt>
          <cx:pt idx="1137">91</cx:pt>
          <cx:pt idx="1138">36</cx:pt>
          <cx:pt idx="1139">53</cx:pt>
          <cx:pt idx="1140">39</cx:pt>
          <cx:pt idx="1141">33</cx:pt>
          <cx:pt idx="1142">76</cx:pt>
          <cx:pt idx="1143">23</cx:pt>
          <cx:pt idx="1144">54</cx:pt>
          <cx:pt idx="1145">89</cx:pt>
          <cx:pt idx="1146">38</cx:pt>
          <cx:pt idx="1147">36</cx:pt>
          <cx:pt idx="1148">66</cx:pt>
          <cx:pt idx="1149">42</cx:pt>
          <cx:pt idx="1150">36</cx:pt>
          <cx:pt idx="1151">86</cx:pt>
          <cx:pt idx="1152">49</cx:pt>
          <cx:pt idx="1153">41</cx:pt>
          <cx:pt idx="1154">82</cx:pt>
          <cx:pt idx="1155">53</cx:pt>
          <cx:pt idx="1156">21</cx:pt>
          <cx:pt idx="1157">66</cx:pt>
          <cx:pt idx="1158">89</cx:pt>
          <cx:pt idx="1159">55</cx:pt>
          <cx:pt idx="1160">42</cx:pt>
          <cx:pt idx="1161">52</cx:pt>
          <cx:pt idx="1162">92</cx:pt>
          <cx:pt idx="1163">56</cx:pt>
          <cx:pt idx="1164">96</cx:pt>
          <cx:pt idx="1165">64</cx:pt>
          <cx:pt idx="1166">48</cx:pt>
          <cx:pt idx="1167">83</cx:pt>
          <cx:pt idx="1168">91</cx:pt>
          <cx:pt idx="1169">94</cx:pt>
          <cx:pt idx="1170">62</cx:pt>
          <cx:pt idx="1171">55</cx:pt>
          <cx:pt idx="1172">68</cx:pt>
          <cx:pt idx="1173">76</cx:pt>
          <cx:pt idx="1174">31</cx:pt>
          <cx:pt idx="1175">81</cx:pt>
          <cx:pt idx="1176">83</cx:pt>
          <cx:pt idx="1177">21</cx:pt>
          <cx:pt idx="1178">22</cx:pt>
          <cx:pt idx="1179">33</cx:pt>
          <cx:pt idx="1180">23</cx:pt>
          <cx:pt idx="1181">96</cx:pt>
          <cx:pt idx="1182">21</cx:pt>
          <cx:pt idx="1183">39</cx:pt>
          <cx:pt idx="1184">73</cx:pt>
          <cx:pt idx="1185">64</cx:pt>
          <cx:pt idx="1186">68</cx:pt>
          <cx:pt idx="1187">89</cx:pt>
          <cx:pt idx="1188">29</cx:pt>
          <cx:pt idx="1189">97</cx:pt>
          <cx:pt idx="1190">45</cx:pt>
          <cx:pt idx="1191">70</cx:pt>
          <cx:pt idx="1192">56</cx:pt>
          <cx:pt idx="1193">55</cx:pt>
          <cx:pt idx="1194">46</cx:pt>
          <cx:pt idx="1195">95</cx:pt>
          <cx:pt idx="1196">88</cx:pt>
          <cx:pt idx="1197">92</cx:pt>
          <cx:pt idx="1198">49</cx:pt>
          <cx:pt idx="1199">89</cx:pt>
          <cx:pt idx="1200">22</cx:pt>
          <cx:pt idx="1201">61</cx:pt>
          <cx:pt idx="1202">29</cx:pt>
          <cx:pt idx="1203">82</cx:pt>
          <cx:pt idx="1204">94</cx:pt>
          <cx:pt idx="1205">99</cx:pt>
          <cx:pt idx="1206">59</cx:pt>
          <cx:pt idx="1207">90</cx:pt>
          <cx:pt idx="1208">100</cx:pt>
          <cx:pt idx="1209">62</cx:pt>
          <cx:pt idx="1210">78</cx:pt>
          <cx:pt idx="1211">94</cx:pt>
          <cx:pt idx="1212">74</cx:pt>
          <cx:pt idx="1213">52</cx:pt>
          <cx:pt idx="1214">81</cx:pt>
          <cx:pt idx="1215">20</cx:pt>
          <cx:pt idx="1216">32</cx:pt>
          <cx:pt idx="1217">63</cx:pt>
          <cx:pt idx="1218">79</cx:pt>
          <cx:pt idx="1219">23</cx:pt>
          <cx:pt idx="1220">64</cx:pt>
          <cx:pt idx="1221">69</cx:pt>
          <cx:pt idx="1222">69</cx:pt>
          <cx:pt idx="1223">24</cx:pt>
          <cx:pt idx="1224">50</cx:pt>
          <cx:pt idx="1225">97</cx:pt>
          <cx:pt idx="1226">91</cx:pt>
          <cx:pt idx="1227">37</cx:pt>
          <cx:pt idx="1228">55</cx:pt>
          <cx:pt idx="1229">52</cx:pt>
          <cx:pt idx="1230">80</cx:pt>
          <cx:pt idx="1231">79</cx:pt>
          <cx:pt idx="1232">23</cx:pt>
          <cx:pt idx="1233">73</cx:pt>
          <cx:pt idx="1234">99</cx:pt>
          <cx:pt idx="1235">22</cx:pt>
          <cx:pt idx="1236">68</cx:pt>
          <cx:pt idx="1237">92</cx:pt>
          <cx:pt idx="1238">77</cx:pt>
          <cx:pt idx="1239">37</cx:pt>
          <cx:pt idx="1240">79</cx:pt>
          <cx:pt idx="1241">51</cx:pt>
          <cx:pt idx="1242">27</cx:pt>
          <cx:pt idx="1243">23</cx:pt>
          <cx:pt idx="1244">76</cx:pt>
          <cx:pt idx="1245">31</cx:pt>
          <cx:pt idx="1246">60</cx:pt>
          <cx:pt idx="1247">99</cx:pt>
          <cx:pt idx="1248">37</cx:pt>
          <cx:pt idx="1249">50</cx:pt>
          <cx:pt idx="1250">26</cx:pt>
          <cx:pt idx="1251">86</cx:pt>
          <cx:pt idx="1252">41</cx:pt>
          <cx:pt idx="1253">23</cx:pt>
          <cx:pt idx="1254">56</cx:pt>
          <cx:pt idx="1255">68</cx:pt>
          <cx:pt idx="1256">48</cx:pt>
          <cx:pt idx="1257">67</cx:pt>
          <cx:pt idx="1258">87</cx:pt>
          <cx:pt idx="1259">64</cx:pt>
          <cx:pt idx="1260">93</cx:pt>
          <cx:pt idx="1261">29</cx:pt>
          <cx:pt idx="1262">62</cx:pt>
          <cx:pt idx="1263">70</cx:pt>
          <cx:pt idx="1264">92</cx:pt>
          <cx:pt idx="1265">79</cx:pt>
          <cx:pt idx="1266">31</cx:pt>
          <cx:pt idx="1267">83</cx:pt>
          <cx:pt idx="1268">88</cx:pt>
          <cx:pt idx="1269">53</cx:pt>
          <cx:pt idx="1270">98</cx:pt>
          <cx:pt idx="1271">57</cx:pt>
          <cx:pt idx="1272">80</cx:pt>
          <cx:pt idx="1273">29</cx:pt>
          <cx:pt idx="1274">73</cx:pt>
          <cx:pt idx="1275">32</cx:pt>
          <cx:pt idx="1276">68</cx:pt>
          <cx:pt idx="1277">97</cx:pt>
          <cx:pt idx="1278">98</cx:pt>
          <cx:pt idx="1279">56</cx:pt>
          <cx:pt idx="1280">78</cx:pt>
          <cx:pt idx="1281">81</cx:pt>
          <cx:pt idx="1282">68</cx:pt>
          <cx:pt idx="1283">94</cx:pt>
          <cx:pt idx="1284">93</cx:pt>
          <cx:pt idx="1285">99</cx:pt>
          <cx:pt idx="1286">49</cx:pt>
          <cx:pt idx="1287">28</cx:pt>
          <cx:pt idx="1288">93</cx:pt>
          <cx:pt idx="1289">24</cx:pt>
          <cx:pt idx="1290">35</cx:pt>
          <cx:pt idx="1291">68</cx:pt>
          <cx:pt idx="1292">61</cx:pt>
          <cx:pt idx="1293">74</cx:pt>
          <cx:pt idx="1294">64</cx:pt>
          <cx:pt idx="1295">60</cx:pt>
          <cx:pt idx="1296">29</cx:pt>
          <cx:pt idx="1297">85</cx:pt>
          <cx:pt idx="1298">81</cx:pt>
          <cx:pt idx="1299">23</cx:pt>
          <cx:pt idx="1300">100</cx:pt>
          <cx:pt idx="1301">54</cx:pt>
          <cx:pt idx="1302">25</cx:pt>
          <cx:pt idx="1303">32</cx:pt>
          <cx:pt idx="1304">63</cx:pt>
          <cx:pt idx="1305">56</cx:pt>
          <cx:pt idx="1306">33</cx:pt>
          <cx:pt idx="1307">32</cx:pt>
          <cx:pt idx="1308">38</cx:pt>
          <cx:pt idx="1309">21</cx:pt>
          <cx:pt idx="1310">59</cx:pt>
          <cx:pt idx="1311">87</cx:pt>
          <cx:pt idx="1312">79</cx:pt>
          <cx:pt idx="1313">28</cx:pt>
          <cx:pt idx="1314">67</cx:pt>
          <cx:pt idx="1315">75</cx:pt>
          <cx:pt idx="1316">32</cx:pt>
          <cx:pt idx="1317">43</cx:pt>
          <cx:pt idx="1318">93</cx:pt>
          <cx:pt idx="1319">24</cx:pt>
          <cx:pt idx="1320">31</cx:pt>
          <cx:pt idx="1321">84</cx:pt>
          <cx:pt idx="1322">74</cx:pt>
          <cx:pt idx="1323">62</cx:pt>
          <cx:pt idx="1324">77</cx:pt>
          <cx:pt idx="1325">73</cx:pt>
          <cx:pt idx="1326">50</cx:pt>
          <cx:pt idx="1327">40</cx:pt>
          <cx:pt idx="1328">97</cx:pt>
          <cx:pt idx="1329">63</cx:pt>
          <cx:pt idx="1330">65</cx:pt>
          <cx:pt idx="1331">91</cx:pt>
          <cx:pt idx="1332">60</cx:pt>
          <cx:pt idx="1333">69</cx:pt>
          <cx:pt idx="1334">52</cx:pt>
          <cx:pt idx="1335">49</cx:pt>
          <cx:pt idx="1336">85</cx:pt>
          <cx:pt idx="1337">86</cx:pt>
          <cx:pt idx="1338">51</cx:pt>
          <cx:pt idx="1339">56</cx:pt>
          <cx:pt idx="1340">72</cx:pt>
          <cx:pt idx="1341">27</cx:pt>
          <cx:pt idx="1342">43</cx:pt>
          <cx:pt idx="1343">56</cx:pt>
          <cx:pt idx="1344">37</cx:pt>
          <cx:pt idx="1345">21</cx:pt>
          <cx:pt idx="1346">91</cx:pt>
          <cx:pt idx="1347">95</cx:pt>
          <cx:pt idx="1348">54</cx:pt>
          <cx:pt idx="1349">36</cx:pt>
          <cx:pt idx="1350">71</cx:pt>
          <cx:pt idx="1351">31</cx:pt>
          <cx:pt idx="1352">89</cx:pt>
          <cx:pt idx="1353">83</cx:pt>
          <cx:pt idx="1354">42</cx:pt>
          <cx:pt idx="1355">91</cx:pt>
          <cx:pt idx="1356">61</cx:pt>
          <cx:pt idx="1357">66</cx:pt>
          <cx:pt idx="1358">22</cx:pt>
          <cx:pt idx="1359">68</cx:pt>
          <cx:pt idx="1360">43</cx:pt>
          <cx:pt idx="1361">32</cx:pt>
          <cx:pt idx="1362">46</cx:pt>
          <cx:pt idx="1363">90</cx:pt>
          <cx:pt idx="1364">75</cx:pt>
          <cx:pt idx="1365">69</cx:pt>
          <cx:pt idx="1366">40</cx:pt>
          <cx:pt idx="1367">63</cx:pt>
          <cx:pt idx="1368">36</cx:pt>
          <cx:pt idx="1369">75</cx:pt>
          <cx:pt idx="1370">67</cx:pt>
          <cx:pt idx="1371">64</cx:pt>
          <cx:pt idx="1372">61</cx:pt>
          <cx:pt idx="1373">40</cx:pt>
          <cx:pt idx="1374">97</cx:pt>
          <cx:pt idx="1375">31</cx:pt>
          <cx:pt idx="1376">65</cx:pt>
          <cx:pt idx="1377">54</cx:pt>
          <cx:pt idx="1378">49</cx:pt>
          <cx:pt idx="1379">64</cx:pt>
          <cx:pt idx="1380">35</cx:pt>
          <cx:pt idx="1381">86</cx:pt>
          <cx:pt idx="1382">55</cx:pt>
          <cx:pt idx="1383">58</cx:pt>
          <cx:pt idx="1384">96</cx:pt>
          <cx:pt idx="1385">64</cx:pt>
          <cx:pt idx="1386">56</cx:pt>
          <cx:pt idx="1387">85</cx:pt>
          <cx:pt idx="1388">23</cx:pt>
          <cx:pt idx="1389">72</cx:pt>
          <cx:pt idx="1390">38</cx:pt>
          <cx:pt idx="1391">29</cx:pt>
          <cx:pt idx="1392">46</cx:pt>
          <cx:pt idx="1393">58</cx:pt>
          <cx:pt idx="1394">43</cx:pt>
          <cx:pt idx="1395">32</cx:pt>
          <cx:pt idx="1396">30</cx:pt>
          <cx:pt idx="1397">67</cx:pt>
          <cx:pt idx="1398">45</cx:pt>
          <cx:pt idx="1399">81</cx:pt>
          <cx:pt idx="1400">23</cx:pt>
          <cx:pt idx="1401">59</cx:pt>
          <cx:pt idx="1402">21</cx:pt>
          <cx:pt idx="1403">20</cx:pt>
          <cx:pt idx="1404">28</cx:pt>
          <cx:pt idx="1405">100</cx:pt>
          <cx:pt idx="1406">46</cx:pt>
          <cx:pt idx="1407">61</cx:pt>
          <cx:pt idx="1408">58</cx:pt>
          <cx:pt idx="1409">50</cx:pt>
          <cx:pt idx="1410">93</cx:pt>
          <cx:pt idx="1411">24</cx:pt>
          <cx:pt idx="1412">100</cx:pt>
          <cx:pt idx="1413">79</cx:pt>
          <cx:pt idx="1414">51</cx:pt>
          <cx:pt idx="1415">90</cx:pt>
          <cx:pt idx="1416">56</cx:pt>
          <cx:pt idx="1417">25</cx:pt>
          <cx:pt idx="1418">75</cx:pt>
          <cx:pt idx="1419">75</cx:pt>
          <cx:pt idx="1420">53</cx:pt>
          <cx:pt idx="1421">100</cx:pt>
          <cx:pt idx="1422">27</cx:pt>
          <cx:pt idx="1423">60</cx:pt>
          <cx:pt idx="1424">23</cx:pt>
          <cx:pt idx="1425">40</cx:pt>
          <cx:pt idx="1426">38</cx:pt>
          <cx:pt idx="1427">90</cx:pt>
          <cx:pt idx="1428">97</cx:pt>
          <cx:pt idx="1429">38</cx:pt>
          <cx:pt idx="1430">30</cx:pt>
          <cx:pt idx="1431">88</cx:pt>
          <cx:pt idx="1432">33</cx:pt>
          <cx:pt idx="1433">60</cx:pt>
          <cx:pt idx="1434">64</cx:pt>
          <cx:pt idx="1435">95</cx:pt>
          <cx:pt idx="1436">83</cx:pt>
          <cx:pt idx="1437">97</cx:pt>
          <cx:pt idx="1438">38</cx:pt>
          <cx:pt idx="1439">48</cx:pt>
          <cx:pt idx="1440">76</cx:pt>
          <cx:pt idx="1441">25</cx:pt>
          <cx:pt idx="1442">92</cx:pt>
          <cx:pt idx="1443">47</cx:pt>
          <cx:pt idx="1444">36</cx:pt>
          <cx:pt idx="1445">51</cx:pt>
          <cx:pt idx="1446">35</cx:pt>
          <cx:pt idx="1447">57</cx:pt>
          <cx:pt idx="1448">95</cx:pt>
          <cx:pt idx="1449">41</cx:pt>
          <cx:pt idx="1450">44</cx:pt>
          <cx:pt idx="1451">34</cx:pt>
          <cx:pt idx="1452">25</cx:pt>
          <cx:pt idx="1453">93</cx:pt>
          <cx:pt idx="1454">50</cx:pt>
          <cx:pt idx="1455">79</cx:pt>
          <cx:pt idx="1456">100</cx:pt>
          <cx:pt idx="1457">57</cx:pt>
          <cx:pt idx="1458">28</cx:pt>
          <cx:pt idx="1459">35</cx:pt>
          <cx:pt idx="1460">85</cx:pt>
          <cx:pt idx="1461">95</cx:pt>
          <cx:pt idx="1462">90</cx:pt>
          <cx:pt idx="1463">49</cx:pt>
          <cx:pt idx="1464">92</cx:pt>
          <cx:pt idx="1465">72</cx:pt>
          <cx:pt idx="1466">71</cx:pt>
          <cx:pt idx="1467">27</cx:pt>
          <cx:pt idx="1468">39</cx:pt>
          <cx:pt idx="1469">98</cx:pt>
          <cx:pt idx="1470">27</cx:pt>
          <cx:pt idx="1471">71</cx:pt>
          <cx:pt idx="1472">24</cx:pt>
          <cx:pt idx="1473">63</cx:pt>
          <cx:pt idx="1474">72</cx:pt>
          <cx:pt idx="1475">61</cx:pt>
          <cx:pt idx="1476">56</cx:pt>
          <cx:pt idx="1477">32</cx:pt>
          <cx:pt idx="1478">23</cx:pt>
          <cx:pt idx="1479">100</cx:pt>
          <cx:pt idx="1480">74</cx:pt>
          <cx:pt idx="1481">33</cx:pt>
          <cx:pt idx="1482">67</cx:pt>
          <cx:pt idx="1483">61</cx:pt>
          <cx:pt idx="1484">46</cx:pt>
          <cx:pt idx="1485">56</cx:pt>
          <cx:pt idx="1486">73</cx:pt>
          <cx:pt idx="1487">44</cx:pt>
          <cx:pt idx="1488">44</cx:pt>
          <cx:pt idx="1489">26</cx:pt>
          <cx:pt idx="1490">52</cx:pt>
          <cx:pt idx="1491">54</cx:pt>
          <cx:pt idx="1492">38</cx:pt>
          <cx:pt idx="1493">44</cx:pt>
          <cx:pt idx="1494">76</cx:pt>
          <cx:pt idx="1495">23</cx:pt>
          <cx:pt idx="1496">98</cx:pt>
          <cx:pt idx="1497">33</cx:pt>
          <cx:pt idx="1498">32</cx:pt>
          <cx:pt idx="1499">85</cx:pt>
          <cx:pt idx="1500">69</cx:pt>
          <cx:pt idx="1501">55</cx:pt>
          <cx:pt idx="1502">66</cx:pt>
          <cx:pt idx="1503">30</cx:pt>
          <cx:pt idx="1504">80</cx:pt>
          <cx:pt idx="1505">20</cx:pt>
          <cx:pt idx="1506">30</cx:pt>
          <cx:pt idx="1507">86</cx:pt>
          <cx:pt idx="1508">84</cx:pt>
          <cx:pt idx="1509">54</cx:pt>
          <cx:pt idx="1510">30</cx:pt>
          <cx:pt idx="1511">91</cx:pt>
          <cx:pt idx="1512">23</cx:pt>
          <cx:pt idx="1513">35</cx:pt>
          <cx:pt idx="1514">90</cx:pt>
          <cx:pt idx="1515">93</cx:pt>
          <cx:pt idx="1516">68</cx:pt>
          <cx:pt idx="1517">41</cx:pt>
          <cx:pt idx="1518">73</cx:pt>
          <cx:pt idx="1519">73</cx:pt>
          <cx:pt idx="1520">66</cx:pt>
          <cx:pt idx="1521">59</cx:pt>
          <cx:pt idx="1522">72</cx:pt>
          <cx:pt idx="1523">88</cx:pt>
          <cx:pt idx="1524">76</cx:pt>
          <cx:pt idx="1525">31</cx:pt>
          <cx:pt idx="1526">22</cx:pt>
          <cx:pt idx="1527">75</cx:pt>
          <cx:pt idx="1528">75</cx:pt>
          <cx:pt idx="1529">63</cx:pt>
          <cx:pt idx="1530">21</cx:pt>
          <cx:pt idx="1531">83</cx:pt>
          <cx:pt idx="1532">46</cx:pt>
          <cx:pt idx="1533">59</cx:pt>
          <cx:pt idx="1534">66</cx:pt>
          <cx:pt idx="1535">74</cx:pt>
          <cx:pt idx="1536">82</cx:pt>
          <cx:pt idx="1537">89</cx:pt>
          <cx:pt idx="1538">65</cx:pt>
          <cx:pt idx="1539">55</cx:pt>
          <cx:pt idx="1540">95</cx:pt>
          <cx:pt idx="1541">77</cx:pt>
          <cx:pt idx="1542">44</cx:pt>
          <cx:pt idx="1543">89</cx:pt>
          <cx:pt idx="1544">24</cx:pt>
          <cx:pt idx="1545">43</cx:pt>
          <cx:pt idx="1546">51</cx:pt>
          <cx:pt idx="1547">46</cx:pt>
          <cx:pt idx="1548">32</cx:pt>
          <cx:pt idx="1549">55</cx:pt>
          <cx:pt idx="1550">26</cx:pt>
          <cx:pt idx="1551">29</cx:pt>
          <cx:pt idx="1552">49</cx:pt>
          <cx:pt idx="1553">45</cx:pt>
          <cx:pt idx="1554">48</cx:pt>
          <cx:pt idx="1555">47</cx:pt>
          <cx:pt idx="1556">57</cx:pt>
          <cx:pt idx="1557">34</cx:pt>
          <cx:pt idx="1558">75</cx:pt>
          <cx:pt idx="1559">94</cx:pt>
          <cx:pt idx="1560">84</cx:pt>
          <cx:pt idx="1561">38</cx:pt>
          <cx:pt idx="1562">75</cx:pt>
          <cx:pt idx="1563">44</cx:pt>
          <cx:pt idx="1564">33</cx:pt>
          <cx:pt idx="1565">93</cx:pt>
          <cx:pt idx="1566">99</cx:pt>
          <cx:pt idx="1567">33</cx:pt>
          <cx:pt idx="1568">76</cx:pt>
          <cx:pt idx="1569">63</cx:pt>
          <cx:pt idx="1570">41</cx:pt>
          <cx:pt idx="1571">88</cx:pt>
          <cx:pt idx="1572">92</cx:pt>
          <cx:pt idx="1573">31</cx:pt>
          <cx:pt idx="1574">25</cx:pt>
          <cx:pt idx="1575">28</cx:pt>
          <cx:pt idx="1576">75</cx:pt>
          <cx:pt idx="1577">34</cx:pt>
          <cx:pt idx="1578">97</cx:pt>
          <cx:pt idx="1579">80</cx:pt>
          <cx:pt idx="1580">71</cx:pt>
          <cx:pt idx="1581">77</cx:pt>
          <cx:pt idx="1582">41</cx:pt>
          <cx:pt idx="1583">92</cx:pt>
          <cx:pt idx="1584">95</cx:pt>
          <cx:pt idx="1585">25</cx:pt>
          <cx:pt idx="1586">77</cx:pt>
          <cx:pt idx="1587">99</cx:pt>
          <cx:pt idx="1588">24</cx:pt>
          <cx:pt idx="1589">72</cx:pt>
          <cx:pt idx="1590">80</cx:pt>
          <cx:pt idx="1591">100</cx:pt>
          <cx:pt idx="1592">83</cx:pt>
          <cx:pt idx="1593">95</cx:pt>
          <cx:pt idx="1594">41</cx:pt>
          <cx:pt idx="1595">35</cx:pt>
          <cx:pt idx="1596">30</cx:pt>
          <cx:pt idx="1597">21</cx:pt>
          <cx:pt idx="1598">85</cx:pt>
          <cx:pt idx="1599">54</cx:pt>
          <cx:pt idx="1600">26</cx:pt>
          <cx:pt idx="1601">59</cx:pt>
          <cx:pt idx="1602">48</cx:pt>
          <cx:pt idx="1603">98</cx:pt>
          <cx:pt idx="1604">92</cx:pt>
          <cx:pt idx="1605">46</cx:pt>
          <cx:pt idx="1606">21</cx:pt>
          <cx:pt idx="1607">72</cx:pt>
          <cx:pt idx="1608">58</cx:pt>
          <cx:pt idx="1609">93</cx:pt>
          <cx:pt idx="1610">31</cx:pt>
          <cx:pt idx="1611">26</cx:pt>
          <cx:pt idx="1612">68</cx:pt>
          <cx:pt idx="1613">31</cx:pt>
          <cx:pt idx="1614">41</cx:pt>
          <cx:pt idx="1615">62</cx:pt>
          <cx:pt idx="1616">41</cx:pt>
          <cx:pt idx="1617">64</cx:pt>
          <cx:pt idx="1618">72</cx:pt>
          <cx:pt idx="1619">78</cx:pt>
          <cx:pt idx="1620">47</cx:pt>
          <cx:pt idx="1621">46</cx:pt>
          <cx:pt idx="1622">43</cx:pt>
          <cx:pt idx="1623">58</cx:pt>
          <cx:pt idx="1624">32</cx:pt>
          <cx:pt idx="1625">45</cx:pt>
          <cx:pt idx="1626">35</cx:pt>
          <cx:pt idx="1627">21</cx:pt>
          <cx:pt idx="1628">64</cx:pt>
          <cx:pt idx="1629">88</cx:pt>
          <cx:pt idx="1630">48</cx:pt>
          <cx:pt idx="1631">36</cx:pt>
          <cx:pt idx="1632">28</cx:pt>
          <cx:pt idx="1633">80</cx:pt>
          <cx:pt idx="1634">23</cx:pt>
          <cx:pt idx="1635">24</cx:pt>
          <cx:pt idx="1636">22</cx:pt>
          <cx:pt idx="1637">21</cx:pt>
          <cx:pt idx="1638">51</cx:pt>
          <cx:pt idx="1639">65</cx:pt>
          <cx:pt idx="1640">51</cx:pt>
          <cx:pt idx="1641">32</cx:pt>
          <cx:pt idx="1642">70</cx:pt>
          <cx:pt idx="1643">77</cx:pt>
          <cx:pt idx="1644">90</cx:pt>
          <cx:pt idx="1645">36</cx:pt>
          <cx:pt idx="1646">77</cx:pt>
          <cx:pt idx="1647">78</cx:pt>
          <cx:pt idx="1648">69</cx:pt>
          <cx:pt idx="1649">63</cx:pt>
          <cx:pt idx="1650">36</cx:pt>
          <cx:pt idx="1651">80</cx:pt>
          <cx:pt idx="1652">35</cx:pt>
          <cx:pt idx="1653">93</cx:pt>
          <cx:pt idx="1654">25</cx:pt>
          <cx:pt idx="1655">81</cx:pt>
          <cx:pt idx="1656">42</cx:pt>
          <cx:pt idx="1657">36</cx:pt>
          <cx:pt idx="1658">66</cx:pt>
          <cx:pt idx="1659">37</cx:pt>
          <cx:pt idx="1660">45</cx:pt>
          <cx:pt idx="1661">86</cx:pt>
          <cx:pt idx="1662">24</cx:pt>
          <cx:pt idx="1663">22</cx:pt>
          <cx:pt idx="1664">53</cx:pt>
          <cx:pt idx="1665">41</cx:pt>
          <cx:pt idx="1666">64</cx:pt>
          <cx:pt idx="1667">40</cx:pt>
          <cx:pt idx="1668">33</cx:pt>
          <cx:pt idx="1669">59</cx:pt>
          <cx:pt idx="1670">73</cx:pt>
          <cx:pt idx="1671">22</cx:pt>
          <cx:pt idx="1672">73</cx:pt>
          <cx:pt idx="1673">62</cx:pt>
          <cx:pt idx="1674">56</cx:pt>
          <cx:pt idx="1675">90</cx:pt>
          <cx:pt idx="1676">44</cx:pt>
          <cx:pt idx="1677">35</cx:pt>
          <cx:pt idx="1678">71</cx:pt>
          <cx:pt idx="1679">52</cx:pt>
          <cx:pt idx="1680">37</cx:pt>
          <cx:pt idx="1681">95</cx:pt>
          <cx:pt idx="1682">97</cx:pt>
          <cx:pt idx="1683">57</cx:pt>
          <cx:pt idx="1684">93</cx:pt>
          <cx:pt idx="1685">48</cx:pt>
          <cx:pt idx="1686">75</cx:pt>
          <cx:pt idx="1687">70</cx:pt>
          <cx:pt idx="1688">26</cx:pt>
          <cx:pt idx="1689">73</cx:pt>
          <cx:pt idx="1690">30</cx:pt>
          <cx:pt idx="1691">61</cx:pt>
          <cx:pt idx="1692">75</cx:pt>
          <cx:pt idx="1693">88</cx:pt>
          <cx:pt idx="1694">67</cx:pt>
          <cx:pt idx="1695">95</cx:pt>
          <cx:pt idx="1696">69</cx:pt>
          <cx:pt idx="1697">87</cx:pt>
          <cx:pt idx="1698">41</cx:pt>
          <cx:pt idx="1699">67</cx:pt>
          <cx:pt idx="1700">70</cx:pt>
          <cx:pt idx="1701">41</cx:pt>
          <cx:pt idx="1702">83</cx:pt>
          <cx:pt idx="1703">22</cx:pt>
          <cx:pt idx="1704">20</cx:pt>
          <cx:pt idx="1705">29</cx:pt>
          <cx:pt idx="1706">87</cx:pt>
          <cx:pt idx="1707">81</cx:pt>
          <cx:pt idx="1708">58</cx:pt>
          <cx:pt idx="1709">83</cx:pt>
          <cx:pt idx="1710">59</cx:pt>
          <cx:pt idx="1711">93</cx:pt>
          <cx:pt idx="1712">87</cx:pt>
          <cx:pt idx="1713">22</cx:pt>
          <cx:pt idx="1714">71</cx:pt>
          <cx:pt idx="1715">69</cx:pt>
          <cx:pt idx="1716">47</cx:pt>
          <cx:pt idx="1717">50</cx:pt>
          <cx:pt idx="1718">96</cx:pt>
          <cx:pt idx="1719">39</cx:pt>
          <cx:pt idx="1720">84</cx:pt>
          <cx:pt idx="1721">28</cx:pt>
          <cx:pt idx="1722">51</cx:pt>
          <cx:pt idx="1723">20</cx:pt>
          <cx:pt idx="1724">72</cx:pt>
          <cx:pt idx="1725">33</cx:pt>
          <cx:pt idx="1726">28</cx:pt>
          <cx:pt idx="1727">53</cx:pt>
          <cx:pt idx="1728">48</cx:pt>
          <cx:pt idx="1729">21</cx:pt>
          <cx:pt idx="1730">22</cx:pt>
          <cx:pt idx="1731">87</cx:pt>
          <cx:pt idx="1732">50</cx:pt>
          <cx:pt idx="1733">85</cx:pt>
          <cx:pt idx="1734">98</cx:pt>
          <cx:pt idx="1735">34</cx:pt>
          <cx:pt idx="1736">61</cx:pt>
          <cx:pt idx="1737">98</cx:pt>
          <cx:pt idx="1738">61</cx:pt>
          <cx:pt idx="1739">98</cx:pt>
          <cx:pt idx="1740">21</cx:pt>
          <cx:pt idx="1741">51</cx:pt>
          <cx:pt idx="1742">80</cx:pt>
          <cx:pt idx="1743">72</cx:pt>
          <cx:pt idx="1744">63</cx:pt>
          <cx:pt idx="1745">27</cx:pt>
          <cx:pt idx="1746">44</cx:pt>
          <cx:pt idx="1747">23</cx:pt>
          <cx:pt idx="1748">93</cx:pt>
          <cx:pt idx="1749">70</cx:pt>
          <cx:pt idx="1750">85</cx:pt>
          <cx:pt idx="1751">40</cx:pt>
          <cx:pt idx="1752">29</cx:pt>
          <cx:pt idx="1753">27</cx:pt>
          <cx:pt idx="1754">93</cx:pt>
          <cx:pt idx="1755">20</cx:pt>
          <cx:pt idx="1756">55</cx:pt>
          <cx:pt idx="1757">94</cx:pt>
          <cx:pt idx="1758">56</cx:pt>
          <cx:pt idx="1759">58</cx:pt>
          <cx:pt idx="1760">44</cx:pt>
          <cx:pt idx="1761">95</cx:pt>
          <cx:pt idx="1762">42</cx:pt>
          <cx:pt idx="1763">93</cx:pt>
          <cx:pt idx="1764">56</cx:pt>
          <cx:pt idx="1765">88</cx:pt>
          <cx:pt idx="1766">54</cx:pt>
          <cx:pt idx="1767">89</cx:pt>
          <cx:pt idx="1768">45</cx:pt>
          <cx:pt idx="1769">75</cx:pt>
          <cx:pt idx="1770">22</cx:pt>
          <cx:pt idx="1771">82</cx:pt>
          <cx:pt idx="1772">34</cx:pt>
          <cx:pt idx="1773">92</cx:pt>
          <cx:pt idx="1774">78</cx:pt>
          <cx:pt idx="1775">47</cx:pt>
          <cx:pt idx="1776">64</cx:pt>
          <cx:pt idx="1777">44</cx:pt>
          <cx:pt idx="1778">94</cx:pt>
          <cx:pt idx="1779">62</cx:pt>
          <cx:pt idx="1780">81</cx:pt>
          <cx:pt idx="1781">33</cx:pt>
          <cx:pt idx="1782">88</cx:pt>
          <cx:pt idx="1783">49</cx:pt>
          <cx:pt idx="1784">31</cx:pt>
          <cx:pt idx="1785">29</cx:pt>
          <cx:pt idx="1786">34</cx:pt>
          <cx:pt idx="1787">38</cx:pt>
          <cx:pt idx="1788">41</cx:pt>
          <cx:pt idx="1789">34</cx:pt>
          <cx:pt idx="1790">26</cx:pt>
          <cx:pt idx="1791">98</cx:pt>
          <cx:pt idx="1792">59</cx:pt>
          <cx:pt idx="1793">92</cx:pt>
          <cx:pt idx="1794">40</cx:pt>
          <cx:pt idx="1795">20</cx:pt>
          <cx:pt idx="1796">35</cx:pt>
          <cx:pt idx="1797">35</cx:pt>
          <cx:pt idx="1798">82</cx:pt>
          <cx:pt idx="1799">48</cx:pt>
          <cx:pt idx="1800">58</cx:pt>
          <cx:pt idx="1801">57</cx:pt>
          <cx:pt idx="1802">96</cx:pt>
          <cx:pt idx="1803">97</cx:pt>
          <cx:pt idx="1804">42</cx:pt>
          <cx:pt idx="1805">62</cx:pt>
          <cx:pt idx="1806">67</cx:pt>
          <cx:pt idx="1807">46</cx:pt>
          <cx:pt idx="1808">71</cx:pt>
          <cx:pt idx="1809">99</cx:pt>
          <cx:pt idx="1810">28</cx:pt>
          <cx:pt idx="1811">77</cx:pt>
          <cx:pt idx="1812">63</cx:pt>
          <cx:pt idx="1813">62</cx:pt>
          <cx:pt idx="1814">92</cx:pt>
          <cx:pt idx="1815">72</cx:pt>
          <cx:pt idx="1816">79</cx:pt>
          <cx:pt idx="1817">27</cx:pt>
          <cx:pt idx="1818">39</cx:pt>
          <cx:pt idx="1819">86</cx:pt>
          <cx:pt idx="1820">94</cx:pt>
          <cx:pt idx="1821">53</cx:pt>
          <cx:pt idx="1822">85</cx:pt>
          <cx:pt idx="1823">50</cx:pt>
          <cx:pt idx="1824">47</cx:pt>
          <cx:pt idx="1825">75</cx:pt>
          <cx:pt idx="1826">60</cx:pt>
          <cx:pt idx="1827">36</cx:pt>
          <cx:pt idx="1828">80</cx:pt>
          <cx:pt idx="1829">96</cx:pt>
          <cx:pt idx="1830">80</cx:pt>
          <cx:pt idx="1831">71</cx:pt>
          <cx:pt idx="1832">29</cx:pt>
          <cx:pt idx="1833">53</cx:pt>
          <cx:pt idx="1834">35</cx:pt>
          <cx:pt idx="1835">75</cx:pt>
          <cx:pt idx="1836">52</cx:pt>
          <cx:pt idx="1837">77</cx:pt>
          <cx:pt idx="1838">24</cx:pt>
          <cx:pt idx="1839">78</cx:pt>
          <cx:pt idx="1840">98</cx:pt>
          <cx:pt idx="1841">57</cx:pt>
          <cx:pt idx="1842">78</cx:pt>
          <cx:pt idx="1843">76</cx:pt>
          <cx:pt idx="1844">26</cx:pt>
          <cx:pt idx="1845">78</cx:pt>
          <cx:pt idx="1846">53</cx:pt>
          <cx:pt idx="1847">100</cx:pt>
          <cx:pt idx="1848">73</cx:pt>
          <cx:pt idx="1849">40</cx:pt>
          <cx:pt idx="1850">76</cx:pt>
          <cx:pt idx="1851">80</cx:pt>
          <cx:pt idx="1852">80</cx:pt>
          <cx:pt idx="1853">67</cx:pt>
          <cx:pt idx="1854">61</cx:pt>
          <cx:pt idx="1855">76</cx:pt>
          <cx:pt idx="1856">55</cx:pt>
          <cx:pt idx="1857">85</cx:pt>
          <cx:pt idx="1858">69</cx:pt>
          <cx:pt idx="1859">26</cx:pt>
          <cx:pt idx="1860">64</cx:pt>
          <cx:pt idx="1861">60</cx:pt>
          <cx:pt idx="1862">36</cx:pt>
          <cx:pt idx="1863">21</cx:pt>
          <cx:pt idx="1864">72</cx:pt>
          <cx:pt idx="1865">62</cx:pt>
          <cx:pt idx="1866">44</cx:pt>
          <cx:pt idx="1867">52</cx:pt>
          <cx:pt idx="1868">58</cx:pt>
          <cx:pt idx="1869">77</cx:pt>
          <cx:pt idx="1870">99</cx:pt>
          <cx:pt idx="1871">96</cx:pt>
          <cx:pt idx="1872">64</cx:pt>
          <cx:pt idx="1873">44</cx:pt>
          <cx:pt idx="1874">33</cx:pt>
          <cx:pt idx="1875">71</cx:pt>
          <cx:pt idx="1876">36</cx:pt>
          <cx:pt idx="1877">62</cx:pt>
          <cx:pt idx="1878">29</cx:pt>
          <cx:pt idx="1879">33</cx:pt>
          <cx:pt idx="1880">33</cx:pt>
          <cx:pt idx="1881">41</cx:pt>
          <cx:pt idx="1882">54</cx:pt>
          <cx:pt idx="1883">58</cx:pt>
          <cx:pt idx="1884">30</cx:pt>
          <cx:pt idx="1885">53</cx:pt>
          <cx:pt idx="1886">91</cx:pt>
          <cx:pt idx="1887">44</cx:pt>
          <cx:pt idx="1888">89</cx:pt>
          <cx:pt idx="1889">57</cx:pt>
          <cx:pt idx="1890">57</cx:pt>
          <cx:pt idx="1891">74</cx:pt>
          <cx:pt idx="1892">30</cx:pt>
          <cx:pt idx="1893">20</cx:pt>
          <cx:pt idx="1894">90</cx:pt>
          <cx:pt idx="1895">61</cx:pt>
          <cx:pt idx="1896">51</cx:pt>
          <cx:pt idx="1897">97</cx:pt>
          <cx:pt idx="1898">97</cx:pt>
          <cx:pt idx="1899">40</cx:pt>
          <cx:pt idx="1900">85</cx:pt>
          <cx:pt idx="1901">76</cx:pt>
          <cx:pt idx="1902">22</cx:pt>
          <cx:pt idx="1903">63</cx:pt>
          <cx:pt idx="1904">71</cx:pt>
          <cx:pt idx="1905">35</cx:pt>
          <cx:pt idx="1906">30</cx:pt>
          <cx:pt idx="1907">74</cx:pt>
          <cx:pt idx="1908">71</cx:pt>
          <cx:pt idx="1909">84</cx:pt>
          <cx:pt idx="1910">38</cx:pt>
          <cx:pt idx="1911">81</cx:pt>
          <cx:pt idx="1912">56</cx:pt>
          <cx:pt idx="1913">48</cx:pt>
          <cx:pt idx="1914">97</cx:pt>
          <cx:pt idx="1915">74</cx:pt>
          <cx:pt idx="1916">50</cx:pt>
          <cx:pt idx="1917">71</cx:pt>
          <cx:pt idx="1918">33</cx:pt>
          <cx:pt idx="1919">56</cx:pt>
          <cx:pt idx="1920">84</cx:pt>
          <cx:pt idx="1921">36</cx:pt>
          <cx:pt idx="1922">63</cx:pt>
          <cx:pt idx="1923">36</cx:pt>
          <cx:pt idx="1924">63</cx:pt>
          <cx:pt idx="1925">32</cx:pt>
          <cx:pt idx="1926">93</cx:pt>
          <cx:pt idx="1927">29</cx:pt>
          <cx:pt idx="1928">92</cx:pt>
          <cx:pt idx="1929">33</cx:pt>
          <cx:pt idx="1930">52</cx:pt>
          <cx:pt idx="1931">42</cx:pt>
          <cx:pt idx="1932">36</cx:pt>
          <cx:pt idx="1933">67</cx:pt>
          <cx:pt idx="1934">43</cx:pt>
          <cx:pt idx="1935">68</cx:pt>
          <cx:pt idx="1936">60</cx:pt>
          <cx:pt idx="1937">53</cx:pt>
          <cx:pt idx="1938">23</cx:pt>
          <cx:pt idx="1939">57</cx:pt>
          <cx:pt idx="1940">89</cx:pt>
          <cx:pt idx="1941">99</cx:pt>
          <cx:pt idx="1942">28</cx:pt>
          <cx:pt idx="1943">53</cx:pt>
          <cx:pt idx="1944">45</cx:pt>
          <cx:pt idx="1945">38</cx:pt>
          <cx:pt idx="1946">49</cx:pt>
          <cx:pt idx="1947">32</cx:pt>
          <cx:pt idx="1948">37</cx:pt>
          <cx:pt idx="1949">80</cx:pt>
          <cx:pt idx="1950">78</cx:pt>
          <cx:pt idx="1951">53</cx:pt>
          <cx:pt idx="1952">82</cx:pt>
          <cx:pt idx="1953">33</cx:pt>
          <cx:pt idx="1954">77</cx:pt>
          <cx:pt idx="1955">56</cx:pt>
          <cx:pt idx="1956">37</cx:pt>
          <cx:pt idx="1957">54</cx:pt>
          <cx:pt idx="1958">67</cx:pt>
          <cx:pt idx="1959">90</cx:pt>
          <cx:pt idx="1960">72</cx:pt>
          <cx:pt idx="1961">59</cx:pt>
          <cx:pt idx="1962">45</cx:pt>
          <cx:pt idx="1963">30</cx:pt>
          <cx:pt idx="1964">51</cx:pt>
          <cx:pt idx="1965">90</cx:pt>
          <cx:pt idx="1966">95</cx:pt>
          <cx:pt idx="1967">81</cx:pt>
          <cx:pt idx="1968">70</cx:pt>
          <cx:pt idx="1969">32</cx:pt>
          <cx:pt idx="1970">94</cx:pt>
          <cx:pt idx="1971">29</cx:pt>
          <cx:pt idx="1972">31</cx:pt>
          <cx:pt idx="1973">20</cx:pt>
          <cx:pt idx="1974">44</cx:pt>
          <cx:pt idx="1975">77</cx:pt>
          <cx:pt idx="1976">51</cx:pt>
          <cx:pt idx="1977">49</cx:pt>
          <cx:pt idx="1978">78</cx:pt>
          <cx:pt idx="1979">98</cx:pt>
          <cx:pt idx="1980">94</cx:pt>
          <cx:pt idx="1981">91</cx:pt>
          <cx:pt idx="1982">77</cx:pt>
          <cx:pt idx="1983">97</cx:pt>
          <cx:pt idx="1984">58</cx:pt>
          <cx:pt idx="1985">97</cx:pt>
          <cx:pt idx="1986">48</cx:pt>
          <cx:pt idx="1987">23</cx:pt>
          <cx:pt idx="1988">79</cx:pt>
          <cx:pt idx="1989">42</cx:pt>
          <cx:pt idx="1990">95</cx:pt>
          <cx:pt idx="1991">29</cx:pt>
          <cx:pt idx="1992">98</cx:pt>
          <cx:pt idx="1993">96</cx:pt>
          <cx:pt idx="1994">66</cx:pt>
          <cx:pt idx="1995">80</cx:pt>
          <cx:pt idx="1996">27</cx:pt>
          <cx:pt idx="1997">25</cx:pt>
          <cx:pt idx="1998">45</cx:pt>
          <cx:pt idx="1999">89</cx:pt>
          <cx:pt idx="2000">27</cx:pt>
          <cx:pt idx="2001">90</cx:pt>
          <cx:pt idx="2002">65</cx:pt>
          <cx:pt idx="2003">72</cx:pt>
          <cx:pt idx="2004">70</cx:pt>
          <cx:pt idx="2005">82</cx:pt>
          <cx:pt idx="2006">97</cx:pt>
          <cx:pt idx="2007">25</cx:pt>
          <cx:pt idx="2008">48</cx:pt>
          <cx:pt idx="2009">99</cx:pt>
          <cx:pt idx="2010">21</cx:pt>
          <cx:pt idx="2011">94</cx:pt>
          <cx:pt idx="2012">53</cx:pt>
          <cx:pt idx="2013">70</cx:pt>
          <cx:pt idx="2014">26</cx:pt>
          <cx:pt idx="2015">82</cx:pt>
          <cx:pt idx="2016">47</cx:pt>
          <cx:pt idx="2017">32</cx:pt>
          <cx:pt idx="2018">97</cx:pt>
          <cx:pt idx="2019">68</cx:pt>
          <cx:pt idx="2020">23</cx:pt>
          <cx:pt idx="2021">33</cx:pt>
          <cx:pt idx="2022">38</cx:pt>
          <cx:pt idx="2023">68</cx:pt>
          <cx:pt idx="2024">23</cx:pt>
          <cx:pt idx="2025">29</cx:pt>
          <cx:pt idx="2026">35</cx:pt>
          <cx:pt idx="2027">73</cx:pt>
          <cx:pt idx="2028">84</cx:pt>
          <cx:pt idx="2029">23</cx:pt>
          <cx:pt idx="2030">67</cx:pt>
          <cx:pt idx="2031">51</cx:pt>
          <cx:pt idx="2032">36</cx:pt>
          <cx:pt idx="2033">55</cx:pt>
          <cx:pt idx="2034">30</cx:pt>
          <cx:pt idx="2035">70</cx:pt>
          <cx:pt idx="2036">63</cx:pt>
          <cx:pt idx="2037">87</cx:pt>
          <cx:pt idx="2038">70</cx:pt>
          <cx:pt idx="2039">51</cx:pt>
          <cx:pt idx="2040">25</cx:pt>
          <cx:pt idx="2041">32</cx:pt>
          <cx:pt idx="2042">52</cx:pt>
          <cx:pt idx="2043">33</cx:pt>
          <cx:pt idx="2044">68</cx:pt>
          <cx:pt idx="2045">20</cx:pt>
          <cx:pt idx="2046">32</cx:pt>
          <cx:pt idx="2047">82</cx:pt>
          <cx:pt idx="2048">64</cx:pt>
          <cx:pt idx="2049">24</cx:pt>
          <cx:pt idx="2050">96</cx:pt>
          <cx:pt idx="2051">94</cx:pt>
          <cx:pt idx="2052">48</cx:pt>
          <cx:pt idx="2053">60</cx:pt>
          <cx:pt idx="2054">56</cx:pt>
          <cx:pt idx="2055">33</cx:pt>
          <cx:pt idx="2056">46</cx:pt>
          <cx:pt idx="2057">37</cx:pt>
          <cx:pt idx="2058">98</cx:pt>
          <cx:pt idx="2059">50</cx:pt>
          <cx:pt idx="2060">63</cx:pt>
          <cx:pt idx="2061">70</cx:pt>
          <cx:pt idx="2062">63</cx:pt>
          <cx:pt idx="2063">86</cx:pt>
          <cx:pt idx="2064">99</cx:pt>
          <cx:pt idx="2065">40</cx:pt>
          <cx:pt idx="2066">92</cx:pt>
          <cx:pt idx="2067">21</cx:pt>
          <cx:pt idx="2068">81</cx:pt>
          <cx:pt idx="2069">82</cx:pt>
          <cx:pt idx="2070">88</cx:pt>
          <cx:pt idx="2071">100</cx:pt>
          <cx:pt idx="2072">66</cx:pt>
          <cx:pt idx="2073">25</cx:pt>
          <cx:pt idx="2074">53</cx:pt>
          <cx:pt idx="2075">28</cx:pt>
          <cx:pt idx="2076">23</cx:pt>
          <cx:pt idx="2077">34</cx:pt>
          <cx:pt idx="2078">42</cx:pt>
          <cx:pt idx="2079">24</cx:pt>
          <cx:pt idx="2080">47</cx:pt>
          <cx:pt idx="2081">78</cx:pt>
          <cx:pt idx="2082">89</cx:pt>
          <cx:pt idx="2083">59</cx:pt>
          <cx:pt idx="2084">94</cx:pt>
          <cx:pt idx="2085">49</cx:pt>
          <cx:pt idx="2086">89</cx:pt>
          <cx:pt idx="2087">91</cx:pt>
          <cx:pt idx="2088">89</cx:pt>
          <cx:pt idx="2089">57</cx:pt>
          <cx:pt idx="2090">71</cx:pt>
          <cx:pt idx="2091">97</cx:pt>
          <cx:pt idx="2092">45</cx:pt>
          <cx:pt idx="2093">91</cx:pt>
          <cx:pt idx="2094">25</cx:pt>
          <cx:pt idx="2095">63</cx:pt>
          <cx:pt idx="2096">52</cx:pt>
          <cx:pt idx="2097">43</cx:pt>
          <cx:pt idx="2098">28</cx:pt>
          <cx:pt idx="2099">78</cx:pt>
          <cx:pt idx="2100">31</cx:pt>
          <cx:pt idx="2101">23</cx:pt>
          <cx:pt idx="2102">25</cx:pt>
          <cx:pt idx="2103">86</cx:pt>
          <cx:pt idx="2104">88</cx:pt>
          <cx:pt idx="2105">35</cx:pt>
          <cx:pt idx="2106">34</cx:pt>
          <cx:pt idx="2107">75</cx:pt>
          <cx:pt idx="2108">46</cx:pt>
          <cx:pt idx="2109">31</cx:pt>
          <cx:pt idx="2110">93</cx:pt>
          <cx:pt idx="2111">85</cx:pt>
          <cx:pt idx="2112">68</cx:pt>
          <cx:pt idx="2113">40</cx:pt>
          <cx:pt idx="2114">51</cx:pt>
          <cx:pt idx="2115">85</cx:pt>
          <cx:pt idx="2116">23</cx:pt>
          <cx:pt idx="2117">28</cx:pt>
          <cx:pt idx="2118">44</cx:pt>
          <cx:pt idx="2119">57</cx:pt>
          <cx:pt idx="2120">98</cx:pt>
          <cx:pt idx="2121">68</cx:pt>
          <cx:pt idx="2122">36</cx:pt>
          <cx:pt idx="2123">71</cx:pt>
          <cx:pt idx="2124">60</cx:pt>
          <cx:pt idx="2125">87</cx:pt>
          <cx:pt idx="2126">38</cx:pt>
          <cx:pt idx="2127">45</cx:pt>
          <cx:pt idx="2128">47</cx:pt>
          <cx:pt idx="2129">57</cx:pt>
          <cx:pt idx="2130">68</cx:pt>
          <cx:pt idx="2131">52</cx:pt>
          <cx:pt idx="2132">87</cx:pt>
          <cx:pt idx="2133">34</cx:pt>
          <cx:pt idx="2134">41</cx:pt>
          <cx:pt idx="2135">94</cx:pt>
          <cx:pt idx="2136">93</cx:pt>
          <cx:pt idx="2137">51</cx:pt>
          <cx:pt idx="2138">42</cx:pt>
          <cx:pt idx="2139">95</cx:pt>
          <cx:pt idx="2140">90</cx:pt>
          <cx:pt idx="2141">98</cx:pt>
          <cx:pt idx="2142">39</cx:pt>
          <cx:pt idx="2143">66</cx:pt>
          <cx:pt idx="2144">23</cx:pt>
          <cx:pt idx="2145">73</cx:pt>
          <cx:pt idx="2146">23</cx:pt>
          <cx:pt idx="2147">43</cx:pt>
          <cx:pt idx="2148">45</cx:pt>
          <cx:pt idx="2149">21</cx:pt>
          <cx:pt idx="2150">40</cx:pt>
          <cx:pt idx="2151">58</cx:pt>
          <cx:pt idx="2152">48</cx:pt>
          <cx:pt idx="2153">94</cx:pt>
          <cx:pt idx="2154">74</cx:pt>
          <cx:pt idx="2155">51</cx:pt>
          <cx:pt idx="2156">83</cx:pt>
          <cx:pt idx="2157">68</cx:pt>
          <cx:pt idx="2158">84</cx:pt>
          <cx:pt idx="2159">58</cx:pt>
          <cx:pt idx="2160">92</cx:pt>
          <cx:pt idx="2161">69</cx:pt>
          <cx:pt idx="2162">48</cx:pt>
          <cx:pt idx="2163">60</cx:pt>
          <cx:pt idx="2164">20</cx:pt>
          <cx:pt idx="2165">55</cx:pt>
          <cx:pt idx="2166">88</cx:pt>
          <cx:pt idx="2167">48</cx:pt>
          <cx:pt idx="2168">74</cx:pt>
          <cx:pt idx="2169">42</cx:pt>
          <cx:pt idx="2170">32</cx:pt>
          <cx:pt idx="2171">98</cx:pt>
          <cx:pt idx="2172">89</cx:pt>
          <cx:pt idx="2173">97</cx:pt>
          <cx:pt idx="2174">49</cx:pt>
          <cx:pt idx="2175">50</cx:pt>
          <cx:pt idx="2176">91</cx:pt>
          <cx:pt idx="2177">93</cx:pt>
          <cx:pt idx="2178">98</cx:pt>
          <cx:pt idx="2179">82</cx:pt>
          <cx:pt idx="2180">37</cx:pt>
          <cx:pt idx="2181">63</cx:pt>
          <cx:pt idx="2182">99</cx:pt>
          <cx:pt idx="2183">37</cx:pt>
          <cx:pt idx="2184">34</cx:pt>
          <cx:pt idx="2185">32</cx:pt>
          <cx:pt idx="2186">23</cx:pt>
          <cx:pt idx="2187">78</cx:pt>
          <cx:pt idx="2188">54</cx:pt>
          <cx:pt idx="2189">94</cx:pt>
          <cx:pt idx="2190">75</cx:pt>
          <cx:pt idx="2191">69</cx:pt>
          <cx:pt idx="2192">35</cx:pt>
          <cx:pt idx="2193">78</cx:pt>
          <cx:pt idx="2194">29</cx:pt>
          <cx:pt idx="2195">62</cx:pt>
          <cx:pt idx="2196">58</cx:pt>
          <cx:pt idx="2197">88</cx:pt>
          <cx:pt idx="2198">80</cx:pt>
          <cx:pt idx="2199">47</cx:pt>
          <cx:pt idx="2200">51</cx:pt>
          <cx:pt idx="2201">25</cx:pt>
          <cx:pt idx="2202">36</cx:pt>
          <cx:pt idx="2203">79</cx:pt>
          <cx:pt idx="2204">41</cx:pt>
          <cx:pt idx="2205">68</cx:pt>
          <cx:pt idx="2206">51</cx:pt>
          <cx:pt idx="2207">38</cx:pt>
          <cx:pt idx="2208">46</cx:pt>
          <cx:pt idx="2209">20</cx:pt>
          <cx:pt idx="2210">25</cx:pt>
          <cx:pt idx="2211">89</cx:pt>
          <cx:pt idx="2212">77</cx:pt>
          <cx:pt idx="2213">94</cx:pt>
          <cx:pt idx="2214">100</cx:pt>
          <cx:pt idx="2215">96</cx:pt>
          <cx:pt idx="2216">36</cx:pt>
          <cx:pt idx="2217">27</cx:pt>
          <cx:pt idx="2218">67</cx:pt>
          <cx:pt idx="2219">91</cx:pt>
          <cx:pt idx="2220">62</cx:pt>
          <cx:pt idx="2221">88</cx:pt>
          <cx:pt idx="2222">66</cx:pt>
          <cx:pt idx="2223">65</cx:pt>
          <cx:pt idx="2224">25</cx:pt>
          <cx:pt idx="2225">64</cx:pt>
          <cx:pt idx="2226">72</cx:pt>
          <cx:pt idx="2227">74</cx:pt>
          <cx:pt idx="2228">50</cx:pt>
          <cx:pt idx="2229">97</cx:pt>
          <cx:pt idx="2230">36</cx:pt>
          <cx:pt idx="2231">49</cx:pt>
          <cx:pt idx="2232">64</cx:pt>
          <cx:pt idx="2233">31</cx:pt>
          <cx:pt idx="2234">66</cx:pt>
          <cx:pt idx="2235">82</cx:pt>
          <cx:pt idx="2236">88</cx:pt>
          <cx:pt idx="2237">34</cx:pt>
          <cx:pt idx="2238">84</cx:pt>
          <cx:pt idx="2239">96</cx:pt>
          <cx:pt idx="2240">71</cx:pt>
          <cx:pt idx="2241">77</cx:pt>
          <cx:pt idx="2242">66</cx:pt>
          <cx:pt idx="2243">21</cx:pt>
          <cx:pt idx="2244">37</cx:pt>
          <cx:pt idx="2245">90</cx:pt>
          <cx:pt idx="2246">96</cx:pt>
          <cx:pt idx="2247">37</cx:pt>
          <cx:pt idx="2248">66</cx:pt>
          <cx:pt idx="2249">45</cx:pt>
          <cx:pt idx="2250">89</cx:pt>
          <cx:pt idx="2251">94</cx:pt>
          <cx:pt idx="2252">96</cx:pt>
          <cx:pt idx="2253">31</cx:pt>
          <cx:pt idx="2254">79</cx:pt>
          <cx:pt idx="2255">39</cx:pt>
          <cx:pt idx="2256">22</cx:pt>
          <cx:pt idx="2257">32</cx:pt>
          <cx:pt idx="2258">71</cx:pt>
          <cx:pt idx="2259">96</cx:pt>
          <cx:pt idx="2260">82</cx:pt>
          <cx:pt idx="2261">76</cx:pt>
          <cx:pt idx="2262">22</cx:pt>
          <cx:pt idx="2263">40</cx:pt>
          <cx:pt idx="2264">92</cx:pt>
          <cx:pt idx="2265">94</cx:pt>
          <cx:pt idx="2266">44</cx:pt>
          <cx:pt idx="2267">49</cx:pt>
          <cx:pt idx="2268">26</cx:pt>
          <cx:pt idx="2269">38</cx:pt>
          <cx:pt idx="2270">72</cx:pt>
          <cx:pt idx="2271">99</cx:pt>
          <cx:pt idx="2272">38</cx:pt>
          <cx:pt idx="2273">96</cx:pt>
          <cx:pt idx="2274">27</cx:pt>
          <cx:pt idx="2275">24</cx:pt>
          <cx:pt idx="2276">82</cx:pt>
          <cx:pt idx="2277">56</cx:pt>
          <cx:pt idx="2278">25</cx:pt>
          <cx:pt idx="2279">67</cx:pt>
          <cx:pt idx="2280">21</cx:pt>
          <cx:pt idx="2281">27</cx:pt>
          <cx:pt idx="2282">97</cx:pt>
          <cx:pt idx="2283">45</cx:pt>
          <cx:pt idx="2284">63</cx:pt>
          <cx:pt idx="2285">100</cx:pt>
          <cx:pt idx="2286">38</cx:pt>
          <cx:pt idx="2287">45</cx:pt>
          <cx:pt idx="2288">91</cx:pt>
          <cx:pt idx="2289">82</cx:pt>
          <cx:pt idx="2290">48</cx:pt>
          <cx:pt idx="2291">30</cx:pt>
          <cx:pt idx="2292">34</cx:pt>
          <cx:pt idx="2293">68</cx:pt>
          <cx:pt idx="2294">95</cx:pt>
          <cx:pt idx="2295">22</cx:pt>
          <cx:pt idx="2296">88</cx:pt>
          <cx:pt idx="2297">83</cx:pt>
          <cx:pt idx="2298">87</cx:pt>
          <cx:pt idx="2299">57</cx:pt>
          <cx:pt idx="2300">88</cx:pt>
          <cx:pt idx="2301">20</cx:pt>
          <cx:pt idx="2302">39</cx:pt>
          <cx:pt idx="2303">71</cx:pt>
          <cx:pt idx="2304">73</cx:pt>
          <cx:pt idx="2305">63</cx:pt>
          <cx:pt idx="2306">78</cx:pt>
          <cx:pt idx="2307">96</cx:pt>
          <cx:pt idx="2308">81</cx:pt>
          <cx:pt idx="2309">95</cx:pt>
          <cx:pt idx="2310">68</cx:pt>
          <cx:pt idx="2311">28</cx:pt>
          <cx:pt idx="2312">30</cx:pt>
          <cx:pt idx="2313">31</cx:pt>
          <cx:pt idx="2314">95</cx:pt>
          <cx:pt idx="2315">79</cx:pt>
          <cx:pt idx="2316">39</cx:pt>
          <cx:pt idx="2317">34</cx:pt>
          <cx:pt idx="2318">28</cx:pt>
          <cx:pt idx="2319">38</cx:pt>
          <cx:pt idx="2320">55</cx:pt>
          <cx:pt idx="2321">31</cx:pt>
          <cx:pt idx="2322">84</cx:pt>
          <cx:pt idx="2323">93</cx:pt>
          <cx:pt idx="2324">28</cx:pt>
          <cx:pt idx="2325">55</cx:pt>
          <cx:pt idx="2326">63</cx:pt>
          <cx:pt idx="2327">94</cx:pt>
          <cx:pt idx="2328">36</cx:pt>
          <cx:pt idx="2329">97</cx:pt>
          <cx:pt idx="2330">63</cx:pt>
          <cx:pt idx="2331">77</cx:pt>
          <cx:pt idx="2332">53</cx:pt>
          <cx:pt idx="2333">77</cx:pt>
          <cx:pt idx="2334">79</cx:pt>
          <cx:pt idx="2335">37</cx:pt>
          <cx:pt idx="2336">94</cx:pt>
          <cx:pt idx="2337">76</cx:pt>
          <cx:pt idx="2338">68</cx:pt>
          <cx:pt idx="2339">65</cx:pt>
          <cx:pt idx="2340">24</cx:pt>
          <cx:pt idx="2341">31</cx:pt>
          <cx:pt idx="2342">89</cx:pt>
          <cx:pt idx="2343">49</cx:pt>
          <cx:pt idx="2344">92</cx:pt>
          <cx:pt idx="2345">32</cx:pt>
          <cx:pt idx="2346">67</cx:pt>
          <cx:pt idx="2347">64</cx:pt>
          <cx:pt idx="2348">84</cx:pt>
          <cx:pt idx="2349">34</cx:pt>
          <cx:pt idx="2350">26</cx:pt>
          <cx:pt idx="2351">50</cx:pt>
          <cx:pt idx="2352">46</cx:pt>
          <cx:pt idx="2353">71</cx:pt>
          <cx:pt idx="2354">78</cx:pt>
          <cx:pt idx="2355">35</cx:pt>
          <cx:pt idx="2356">58</cx:pt>
          <cx:pt idx="2357">67</cx:pt>
          <cx:pt idx="2358">93</cx:pt>
          <cx:pt idx="2359">81</cx:pt>
          <cx:pt idx="2360">80</cx:pt>
          <cx:pt idx="2361">64</cx:pt>
          <cx:pt idx="2362">41</cx:pt>
          <cx:pt idx="2363">79</cx:pt>
          <cx:pt idx="2364">60</cx:pt>
          <cx:pt idx="2365">91</cx:pt>
          <cx:pt idx="2366">66</cx:pt>
          <cx:pt idx="2367">85</cx:pt>
          <cx:pt idx="2368">38</cx:pt>
          <cx:pt idx="2369">23</cx:pt>
          <cx:pt idx="2370">71</cx:pt>
          <cx:pt idx="2371">25</cx:pt>
          <cx:pt idx="2372">39</cx:pt>
          <cx:pt idx="2373">20</cx:pt>
          <cx:pt idx="2374">73</cx:pt>
          <cx:pt idx="2375">63</cx:pt>
          <cx:pt idx="2376">94</cx:pt>
          <cx:pt idx="2377">94</cx:pt>
          <cx:pt idx="2378">71</cx:pt>
          <cx:pt idx="2379">77</cx:pt>
          <cx:pt idx="2380">66</cx:pt>
          <cx:pt idx="2381">23</cx:pt>
          <cx:pt idx="2382">60</cx:pt>
          <cx:pt idx="2383">72</cx:pt>
          <cx:pt idx="2384">35</cx:pt>
          <cx:pt idx="2385">31</cx:pt>
          <cx:pt idx="2386">33</cx:pt>
          <cx:pt idx="2387">95</cx:pt>
          <cx:pt idx="2388">68</cx:pt>
          <cx:pt idx="2389">87</cx:pt>
          <cx:pt idx="2390">64</cx:pt>
          <cx:pt idx="2391">74</cx:pt>
          <cx:pt idx="2392">62</cx:pt>
          <cx:pt idx="2393">97</cx:pt>
          <cx:pt idx="2394">47</cx:pt>
          <cx:pt idx="2395">83</cx:pt>
          <cx:pt idx="2396">82</cx:pt>
          <cx:pt idx="2397">26</cx:pt>
          <cx:pt idx="2398">81</cx:pt>
          <cx:pt idx="2399">44</cx:pt>
          <cx:pt idx="2400">88</cx:pt>
          <cx:pt idx="2401">76</cx:pt>
          <cx:pt idx="2402">89</cx:pt>
          <cx:pt idx="2403">22</cx:pt>
          <cx:pt idx="2404">33</cx:pt>
          <cx:pt idx="2405">97</cx:pt>
          <cx:pt idx="2406">57</cx:pt>
          <cx:pt idx="2407">38</cx:pt>
          <cx:pt idx="2408">55</cx:pt>
          <cx:pt idx="2409">37</cx:pt>
          <cx:pt idx="2410">43</cx:pt>
          <cx:pt idx="2411">96</cx:pt>
          <cx:pt idx="2412">51</cx:pt>
          <cx:pt idx="2413">95</cx:pt>
          <cx:pt idx="2414">26</cx:pt>
          <cx:pt idx="2415">34</cx:pt>
          <cx:pt idx="2416">83</cx:pt>
          <cx:pt idx="2417">24</cx:pt>
          <cx:pt idx="2418">69</cx:pt>
          <cx:pt idx="2419">40</cx:pt>
          <cx:pt idx="2420">87</cx:pt>
          <cx:pt idx="2421">46</cx:pt>
          <cx:pt idx="2422">82</cx:pt>
          <cx:pt idx="2423">81</cx:pt>
          <cx:pt idx="2424">57</cx:pt>
          <cx:pt idx="2425">49</cx:pt>
          <cx:pt idx="2426">42</cx:pt>
          <cx:pt idx="2427">26</cx:pt>
          <cx:pt idx="2428">38</cx:pt>
          <cx:pt idx="2429">57</cx:pt>
          <cx:pt idx="2430">100</cx:pt>
          <cx:pt idx="2431">73</cx:pt>
          <cx:pt idx="2432">66</cx:pt>
          <cx:pt idx="2433">73</cx:pt>
          <cx:pt idx="2434">45</cx:pt>
          <cx:pt idx="2435">27</cx:pt>
          <cx:pt idx="2436">24</cx:pt>
          <cx:pt idx="2437">59</cx:pt>
          <cx:pt idx="2438">20</cx:pt>
          <cx:pt idx="2439">44</cx:pt>
          <cx:pt idx="2440">90</cx:pt>
          <cx:pt idx="2441">36</cx:pt>
          <cx:pt idx="2442">95</cx:pt>
          <cx:pt idx="2443">30</cx:pt>
          <cx:pt idx="2444">65</cx:pt>
          <cx:pt idx="2445">96</cx:pt>
          <cx:pt idx="2446">65</cx:pt>
          <cx:pt idx="2447">47</cx:pt>
          <cx:pt idx="2448">25</cx:pt>
          <cx:pt idx="2449">56</cx:pt>
          <cx:pt idx="2450">76</cx:pt>
          <cx:pt idx="2451">60</cx:pt>
          <cx:pt idx="2452">67</cx:pt>
          <cx:pt idx="2453">95</cx:pt>
          <cx:pt idx="2454">72</cx:pt>
          <cx:pt idx="2455">98</cx:pt>
          <cx:pt idx="2456">83</cx:pt>
          <cx:pt idx="2457">37</cx:pt>
          <cx:pt idx="2458">85</cx:pt>
          <cx:pt idx="2459">36</cx:pt>
          <cx:pt idx="2460">36</cx:pt>
          <cx:pt idx="2461">86</cx:pt>
          <cx:pt idx="2462">99</cx:pt>
          <cx:pt idx="2463">21</cx:pt>
          <cx:pt idx="2464">84</cx:pt>
          <cx:pt idx="2465">63</cx:pt>
          <cx:pt idx="2466">84</cx:pt>
          <cx:pt idx="2467">72</cx:pt>
          <cx:pt idx="2468">21</cx:pt>
          <cx:pt idx="2469">92</cx:pt>
          <cx:pt idx="2470">72</cx:pt>
          <cx:pt idx="2471">83</cx:pt>
          <cx:pt idx="2472">73</cx:pt>
          <cx:pt idx="2473">98</cx:pt>
          <cx:pt idx="2474">76</cx:pt>
          <cx:pt idx="2475">43</cx:pt>
          <cx:pt idx="2476">60</cx:pt>
          <cx:pt idx="2477">40</cx:pt>
          <cx:pt idx="2478">93</cx:pt>
          <cx:pt idx="2479">98</cx:pt>
          <cx:pt idx="2480">91</cx:pt>
          <cx:pt idx="2481">92</cx:pt>
          <cx:pt idx="2482">87</cx:pt>
          <cx:pt idx="2483">96</cx:pt>
          <cx:pt idx="2484">97</cx:pt>
          <cx:pt idx="2485">55</cx:pt>
          <cx:pt idx="2486">58</cx:pt>
          <cx:pt idx="2487">21</cx:pt>
          <cx:pt idx="2488">82</cx:pt>
          <cx:pt idx="2489">34</cx:pt>
          <cx:pt idx="2490">78</cx:pt>
          <cx:pt idx="2491">47</cx:pt>
          <cx:pt idx="2492">96</cx:pt>
          <cx:pt idx="2493">23</cx:pt>
          <cx:pt idx="2494">27</cx:pt>
          <cx:pt idx="2495">37</cx:pt>
          <cx:pt idx="2496">79</cx:pt>
          <cx:pt idx="2497">40</cx:pt>
          <cx:pt idx="2498">39</cx:pt>
          <cx:pt idx="2499">73</cx:pt>
          <cx:pt idx="2500">84</cx:pt>
          <cx:pt idx="2501">94</cx:pt>
          <cx:pt idx="2502">47</cx:pt>
          <cx:pt idx="2503">77</cx:pt>
          <cx:pt idx="2504">94</cx:pt>
          <cx:pt idx="2505">75</cx:pt>
          <cx:pt idx="2506">82</cx:pt>
          <cx:pt idx="2507">36</cx:pt>
          <cx:pt idx="2508">90</cx:pt>
          <cx:pt idx="2509">48</cx:pt>
          <cx:pt idx="2510">42</cx:pt>
          <cx:pt idx="2511">33</cx:pt>
          <cx:pt idx="2512">63</cx:pt>
          <cx:pt idx="2513">53</cx:pt>
          <cx:pt idx="2514">37</cx:pt>
          <cx:pt idx="2515">92</cx:pt>
          <cx:pt idx="2516">73</cx:pt>
          <cx:pt idx="2517">38</cx:pt>
          <cx:pt idx="2518">51</cx:pt>
          <cx:pt idx="2519">90</cx:pt>
          <cx:pt idx="2520">56</cx:pt>
          <cx:pt idx="2521">33</cx:pt>
          <cx:pt idx="2522">53</cx:pt>
          <cx:pt idx="2523">24</cx:pt>
          <cx:pt idx="2524">59</cx:pt>
          <cx:pt idx="2525">72</cx:pt>
          <cx:pt idx="2526">28</cx:pt>
          <cx:pt idx="2527">36</cx:pt>
          <cx:pt idx="2528">47</cx:pt>
          <cx:pt idx="2529">62</cx:pt>
          <cx:pt idx="2530">98</cx:pt>
          <cx:pt idx="2531">28</cx:pt>
          <cx:pt idx="2532">86</cx:pt>
          <cx:pt idx="2533">46</cx:pt>
          <cx:pt idx="2534">42</cx:pt>
          <cx:pt idx="2535">80</cx:pt>
          <cx:pt idx="2536">39</cx:pt>
          <cx:pt idx="2537">49</cx:pt>
          <cx:pt idx="2538">32</cx:pt>
          <cx:pt idx="2539">73</cx:pt>
          <cx:pt idx="2540">42</cx:pt>
          <cx:pt idx="2541">58</cx:pt>
          <cx:pt idx="2542">22</cx:pt>
          <cx:pt idx="2543">56</cx:pt>
          <cx:pt idx="2544">70</cx:pt>
          <cx:pt idx="2545">50</cx:pt>
          <cx:pt idx="2546">21</cx:pt>
          <cx:pt idx="2547">97</cx:pt>
          <cx:pt idx="2548">63</cx:pt>
          <cx:pt idx="2549">60</cx:pt>
          <cx:pt idx="2550">52</cx:pt>
          <cx:pt idx="2551">32</cx:pt>
          <cx:pt idx="2552">48</cx:pt>
          <cx:pt idx="2553">25</cx:pt>
          <cx:pt idx="2554">68</cx:pt>
          <cx:pt idx="2555">74</cx:pt>
          <cx:pt idx="2556">88</cx:pt>
          <cx:pt idx="2557">23</cx:pt>
          <cx:pt idx="2558">32</cx:pt>
          <cx:pt idx="2559">71</cx:pt>
          <cx:pt idx="2560">62</cx:pt>
          <cx:pt idx="2561">20</cx:pt>
          <cx:pt idx="2562">62</cx:pt>
          <cx:pt idx="2563">81</cx:pt>
          <cx:pt idx="2564">90</cx:pt>
          <cx:pt idx="2565">43</cx:pt>
          <cx:pt idx="2566">38</cx:pt>
          <cx:pt idx="2567">25</cx:pt>
          <cx:pt idx="2568">98</cx:pt>
          <cx:pt idx="2569">75</cx:pt>
          <cx:pt idx="2570">27</cx:pt>
          <cx:pt idx="2571">27</cx:pt>
          <cx:pt idx="2572">42</cx:pt>
          <cx:pt idx="2573">90</cx:pt>
          <cx:pt idx="2574">63</cx:pt>
          <cx:pt idx="2575">96</cx:pt>
          <cx:pt idx="2576">40</cx:pt>
          <cx:pt idx="2577">39</cx:pt>
          <cx:pt idx="2578">48</cx:pt>
          <cx:pt idx="2579">20</cx:pt>
          <cx:pt idx="2580">29</cx:pt>
          <cx:pt idx="2581">81</cx:pt>
          <cx:pt idx="2582">98</cx:pt>
          <cx:pt idx="2583">93</cx:pt>
          <cx:pt idx="2584">30</cx:pt>
          <cx:pt idx="2585">37</cx:pt>
          <cx:pt idx="2586">28</cx:pt>
          <cx:pt idx="2587">29</cx:pt>
          <cx:pt idx="2588">49</cx:pt>
          <cx:pt idx="2589">53</cx:pt>
          <cx:pt idx="2590">66</cx:pt>
          <cx:pt idx="2591">61</cx:pt>
          <cx:pt idx="2592">23</cx:pt>
          <cx:pt idx="2593">36</cx:pt>
          <cx:pt idx="2594">81</cx:pt>
          <cx:pt idx="2595">56</cx:pt>
          <cx:pt idx="2596">78</cx:pt>
          <cx:pt idx="2597">25</cx:pt>
          <cx:pt idx="2598">86</cx:pt>
          <cx:pt idx="2599">99</cx:pt>
          <cx:pt idx="2600">83</cx:pt>
          <cx:pt idx="2601">33</cx:pt>
          <cx:pt idx="2602">44</cx:pt>
          <cx:pt idx="2603">58</cx:pt>
          <cx:pt idx="2604">54</cx:pt>
          <cx:pt idx="2605">93</cx:pt>
          <cx:pt idx="2606">98</cx:pt>
          <cx:pt idx="2607">36</cx:pt>
          <cx:pt idx="2608">68</cx:pt>
          <cx:pt idx="2609">95</cx:pt>
          <cx:pt idx="2610">93</cx:pt>
          <cx:pt idx="2611">99</cx:pt>
          <cx:pt idx="2612">22</cx:pt>
          <cx:pt idx="2613">88</cx:pt>
          <cx:pt idx="2614">65</cx:pt>
          <cx:pt idx="2615">62</cx:pt>
          <cx:pt idx="2616">55</cx:pt>
          <cx:pt idx="2617">97</cx:pt>
          <cx:pt idx="2618">77</cx:pt>
          <cx:pt idx="2619">40</cx:pt>
          <cx:pt idx="2620">23</cx:pt>
          <cx:pt idx="2621">46</cx:pt>
          <cx:pt idx="2622">75</cx:pt>
          <cx:pt idx="2623">76</cx:pt>
          <cx:pt idx="2624">59</cx:pt>
          <cx:pt idx="2625">51</cx:pt>
          <cx:pt idx="2626">46</cx:pt>
          <cx:pt idx="2627">26</cx:pt>
          <cx:pt idx="2628">51</cx:pt>
          <cx:pt idx="2629">44</cx:pt>
          <cx:pt idx="2630">82</cx:pt>
          <cx:pt idx="2631">44</cx:pt>
          <cx:pt idx="2632">27</cx:pt>
          <cx:pt idx="2633">90</cx:pt>
          <cx:pt idx="2634">58</cx:pt>
          <cx:pt idx="2635">80</cx:pt>
          <cx:pt idx="2636">40</cx:pt>
          <cx:pt idx="2637">23</cx:pt>
          <cx:pt idx="2638">34</cx:pt>
          <cx:pt idx="2639">35</cx:pt>
          <cx:pt idx="2640">75</cx:pt>
          <cx:pt idx="2641">60</cx:pt>
          <cx:pt idx="2642">87</cx:pt>
          <cx:pt idx="2643">41</cx:pt>
          <cx:pt idx="2644">83</cx:pt>
          <cx:pt idx="2645">81</cx:pt>
          <cx:pt idx="2646">56</cx:pt>
          <cx:pt idx="2647">58</cx:pt>
          <cx:pt idx="2648">84</cx:pt>
          <cx:pt idx="2649">21</cx:pt>
          <cx:pt idx="2650">35</cx:pt>
          <cx:pt idx="2651">43</cx:pt>
          <cx:pt idx="2652">20</cx:pt>
          <cx:pt idx="2653">36</cx:pt>
          <cx:pt idx="2654">70</cx:pt>
          <cx:pt idx="2655">83</cx:pt>
          <cx:pt idx="2656">76</cx:pt>
          <cx:pt idx="2657">81</cx:pt>
          <cx:pt idx="2658">47</cx:pt>
          <cx:pt idx="2659">35</cx:pt>
          <cx:pt idx="2660">85</cx:pt>
          <cx:pt idx="2661">96</cx:pt>
          <cx:pt idx="2662">98</cx:pt>
          <cx:pt idx="2663">52</cx:pt>
          <cx:pt idx="2664">84</cx:pt>
          <cx:pt idx="2665">71</cx:pt>
          <cx:pt idx="2666">95</cx:pt>
          <cx:pt idx="2667">47</cx:pt>
          <cx:pt idx="2668">75</cx:pt>
          <cx:pt idx="2669">28</cx:pt>
          <cx:pt idx="2670">44</cx:pt>
          <cx:pt idx="2671">64</cx:pt>
          <cx:pt idx="2672">28</cx:pt>
          <cx:pt idx="2673">21</cx:pt>
          <cx:pt idx="2674">41</cx:pt>
          <cx:pt idx="2675">38</cx:pt>
          <cx:pt idx="2676">77</cx:pt>
          <cx:pt idx="2677">43</cx:pt>
          <cx:pt idx="2678">91</cx:pt>
          <cx:pt idx="2679">68</cx:pt>
          <cx:pt idx="2680">37</cx:pt>
          <cx:pt idx="2681">23</cx:pt>
          <cx:pt idx="2682">65</cx:pt>
          <cx:pt idx="2683">30</cx:pt>
          <cx:pt idx="2684">45</cx:pt>
          <cx:pt idx="2685">25</cx:pt>
          <cx:pt idx="2686">72</cx:pt>
          <cx:pt idx="2687">75</cx:pt>
          <cx:pt idx="2688">63</cx:pt>
          <cx:pt idx="2689">35</cx:pt>
          <cx:pt idx="2690">32</cx:pt>
          <cx:pt idx="2691">25</cx:pt>
          <cx:pt idx="2692">90</cx:pt>
          <cx:pt idx="2693">70</cx:pt>
          <cx:pt idx="2694">27</cx:pt>
          <cx:pt idx="2695">92</cx:pt>
          <cx:pt idx="2696">20</cx:pt>
          <cx:pt idx="2697">52</cx:pt>
          <cx:pt idx="2698">57</cx:pt>
          <cx:pt idx="2699">96</cx:pt>
          <cx:pt idx="2700">68</cx:pt>
          <cx:pt idx="2701">30</cx:pt>
          <cx:pt idx="2702">37</cx:pt>
          <cx:pt idx="2703">42</cx:pt>
          <cx:pt idx="2704">54</cx:pt>
          <cx:pt idx="2705">81</cx:pt>
          <cx:pt idx="2706">40</cx:pt>
          <cx:pt idx="2707">88</cx:pt>
          <cx:pt idx="2708">94</cx:pt>
          <cx:pt idx="2709">54</cx:pt>
          <cx:pt idx="2710">51</cx:pt>
          <cx:pt idx="2711">22</cx:pt>
          <cx:pt idx="2712">95</cx:pt>
          <cx:pt idx="2713">57</cx:pt>
          <cx:pt idx="2714">45</cx:pt>
          <cx:pt idx="2715">92</cx:pt>
          <cx:pt idx="2716">40</cx:pt>
          <cx:pt idx="2717">62</cx:pt>
          <cx:pt idx="2718">90</cx:pt>
          <cx:pt idx="2719">82</cx:pt>
          <cx:pt idx="2720">52</cx:pt>
          <cx:pt idx="2721">70</cx:pt>
          <cx:pt idx="2722">83</cx:pt>
          <cx:pt idx="2723">49</cx:pt>
          <cx:pt idx="2724">91</cx:pt>
          <cx:pt idx="2725">99</cx:pt>
          <cx:pt idx="2726">92</cx:pt>
          <cx:pt idx="2727">87</cx:pt>
          <cx:pt idx="2728">28</cx:pt>
          <cx:pt idx="2729">71</cx:pt>
          <cx:pt idx="2730">32</cx:pt>
          <cx:pt idx="2731">33</cx:pt>
          <cx:pt idx="2732">75</cx:pt>
          <cx:pt idx="2733">83</cx:pt>
          <cx:pt idx="2734">93</cx:pt>
          <cx:pt idx="2735">29</cx:pt>
          <cx:pt idx="2736">25</cx:pt>
          <cx:pt idx="2737">76</cx:pt>
          <cx:pt idx="2738">81</cx:pt>
          <cx:pt idx="2739">80</cx:pt>
          <cx:pt idx="2740">70</cx:pt>
          <cx:pt idx="2741">81</cx:pt>
          <cx:pt idx="2742">86</cx:pt>
          <cx:pt idx="2743">94</cx:pt>
          <cx:pt idx="2744">66</cx:pt>
          <cx:pt idx="2745">98</cx:pt>
          <cx:pt idx="2746">25</cx:pt>
          <cx:pt idx="2747">62</cx:pt>
          <cx:pt idx="2748">98</cx:pt>
          <cx:pt idx="2749">53</cx:pt>
          <cx:pt idx="2750">66</cx:pt>
          <cx:pt idx="2751">52</cx:pt>
          <cx:pt idx="2752">64</cx:pt>
          <cx:pt idx="2753">59</cx:pt>
          <cx:pt idx="2754">61</cx:pt>
          <cx:pt idx="2755">97</cx:pt>
          <cx:pt idx="2756">23</cx:pt>
          <cx:pt idx="2757">98</cx:pt>
          <cx:pt idx="2758">98</cx:pt>
          <cx:pt idx="2759">59</cx:pt>
          <cx:pt idx="2760">82</cx:pt>
          <cx:pt idx="2761">82</cx:pt>
          <cx:pt idx="2762">41</cx:pt>
          <cx:pt idx="2763">52</cx:pt>
          <cx:pt idx="2764">41</cx:pt>
          <cx:pt idx="2765">70</cx:pt>
          <cx:pt idx="2766">91</cx:pt>
          <cx:pt idx="2767">95</cx:pt>
          <cx:pt idx="2768">25</cx:pt>
          <cx:pt idx="2769">89</cx:pt>
          <cx:pt idx="2770">44</cx:pt>
          <cx:pt idx="2771">52</cx:pt>
          <cx:pt idx="2772">94</cx:pt>
          <cx:pt idx="2773">98</cx:pt>
          <cx:pt idx="2774">40</cx:pt>
          <cx:pt idx="2775">25</cx:pt>
          <cx:pt idx="2776">62</cx:pt>
          <cx:pt idx="2777">24</cx:pt>
          <cx:pt idx="2778">57</cx:pt>
          <cx:pt idx="2779">66</cx:pt>
          <cx:pt idx="2780">70</cx:pt>
          <cx:pt idx="2781">39</cx:pt>
          <cx:pt idx="2782">34</cx:pt>
          <cx:pt idx="2783">38</cx:pt>
          <cx:pt idx="2784">70</cx:pt>
          <cx:pt idx="2785">80</cx:pt>
          <cx:pt idx="2786">51</cx:pt>
          <cx:pt idx="2787">79</cx:pt>
          <cx:pt idx="2788">92</cx:pt>
          <cx:pt idx="2789">85</cx:pt>
          <cx:pt idx="2790">63</cx:pt>
          <cx:pt idx="2791">60</cx:pt>
          <cx:pt idx="2792">44</cx:pt>
          <cx:pt idx="2793">57</cx:pt>
          <cx:pt idx="2794">24</cx:pt>
          <cx:pt idx="2795">35</cx:pt>
          <cx:pt idx="2796">73</cx:pt>
          <cx:pt idx="2797">42</cx:pt>
          <cx:pt idx="2798">20</cx:pt>
          <cx:pt idx="2799">89</cx:pt>
          <cx:pt idx="2800">76</cx:pt>
          <cx:pt idx="2801">56</cx:pt>
          <cx:pt idx="2802">100</cx:pt>
          <cx:pt idx="2803">44</cx:pt>
          <cx:pt idx="2804">76</cx:pt>
          <cx:pt idx="2805">97</cx:pt>
          <cx:pt idx="2806">39</cx:pt>
          <cx:pt idx="2807">100</cx:pt>
          <cx:pt idx="2808">62</cx:pt>
          <cx:pt idx="2809">98</cx:pt>
          <cx:pt idx="2810">31</cx:pt>
          <cx:pt idx="2811">89</cx:pt>
          <cx:pt idx="2812">91</cx:pt>
          <cx:pt idx="2813">50</cx:pt>
          <cx:pt idx="2814">32</cx:pt>
          <cx:pt idx="2815">67</cx:pt>
          <cx:pt idx="2816">28</cx:pt>
          <cx:pt idx="2817">65</cx:pt>
          <cx:pt idx="2818">73</cx:pt>
          <cx:pt idx="2819">27</cx:pt>
          <cx:pt idx="2820">89</cx:pt>
          <cx:pt idx="2821">72</cx:pt>
          <cx:pt idx="2822">37</cx:pt>
          <cx:pt idx="2823">63</cx:pt>
          <cx:pt idx="2824">90</cx:pt>
          <cx:pt idx="2825">62</cx:pt>
          <cx:pt idx="2826">43</cx:pt>
          <cx:pt idx="2827">96</cx:pt>
          <cx:pt idx="2828">83</cx:pt>
          <cx:pt idx="2829">67</cx:pt>
          <cx:pt idx="2830">90</cx:pt>
          <cx:pt idx="2831">53</cx:pt>
          <cx:pt idx="2832">37</cx:pt>
          <cx:pt idx="2833">56</cx:pt>
          <cx:pt idx="2834">43</cx:pt>
          <cx:pt idx="2835">84</cx:pt>
          <cx:pt idx="2836">50</cx:pt>
          <cx:pt idx="2837">88</cx:pt>
          <cx:pt idx="2838">50</cx:pt>
          <cx:pt idx="2839">80</cx:pt>
          <cx:pt idx="2840">47</cx:pt>
          <cx:pt idx="2841">33</cx:pt>
          <cx:pt idx="2842">100</cx:pt>
          <cx:pt idx="2843">26</cx:pt>
          <cx:pt idx="2844">79</cx:pt>
          <cx:pt idx="2845">77</cx:pt>
          <cx:pt idx="2846">36</cx:pt>
          <cx:pt idx="2847">21</cx:pt>
          <cx:pt idx="2848">72</cx:pt>
          <cx:pt idx="2849">25</cx:pt>
          <cx:pt idx="2850">79</cx:pt>
          <cx:pt idx="2851">73</cx:pt>
          <cx:pt idx="2852">71</cx:pt>
          <cx:pt idx="2853">48</cx:pt>
          <cx:pt idx="2854">28</cx:pt>
          <cx:pt idx="2855">95</cx:pt>
          <cx:pt idx="2856">48</cx:pt>
          <cx:pt idx="2857">93</cx:pt>
          <cx:pt idx="2858">87</cx:pt>
          <cx:pt idx="2859">32</cx:pt>
          <cx:pt idx="2860">38</cx:pt>
          <cx:pt idx="2861">54</cx:pt>
          <cx:pt idx="2862">75</cx:pt>
          <cx:pt idx="2863">56</cx:pt>
          <cx:pt idx="2864">43</cx:pt>
          <cx:pt idx="2865">97</cx:pt>
          <cx:pt idx="2866">75</cx:pt>
          <cx:pt idx="2867">55</cx:pt>
          <cx:pt idx="2868">49</cx:pt>
          <cx:pt idx="2869">58</cx:pt>
          <cx:pt idx="2870">34</cx:pt>
          <cx:pt idx="2871">43</cx:pt>
          <cx:pt idx="2872">48</cx:pt>
          <cx:pt idx="2873">40</cx:pt>
          <cx:pt idx="2874">29</cx:pt>
          <cx:pt idx="2875">81</cx:pt>
          <cx:pt idx="2876">84</cx:pt>
          <cx:pt idx="2877">46</cx:pt>
          <cx:pt idx="2878">86</cx:pt>
          <cx:pt idx="2879">57</cx:pt>
          <cx:pt idx="2880">61</cx:pt>
          <cx:pt idx="2881">90</cx:pt>
          <cx:pt idx="2882">51</cx:pt>
          <cx:pt idx="2883">48</cx:pt>
          <cx:pt idx="2884">50</cx:pt>
          <cx:pt idx="2885">82</cx:pt>
          <cx:pt idx="2886">33</cx:pt>
          <cx:pt idx="2887">28</cx:pt>
          <cx:pt idx="2888">42</cx:pt>
          <cx:pt idx="2889">43</cx:pt>
          <cx:pt idx="2890">55</cx:pt>
          <cx:pt idx="2891">73</cx:pt>
          <cx:pt idx="2892">39</cx:pt>
          <cx:pt idx="2893">20</cx:pt>
          <cx:pt idx="2894">32</cx:pt>
          <cx:pt idx="2895">86</cx:pt>
          <cx:pt idx="2896">91</cx:pt>
          <cx:pt idx="2897">59</cx:pt>
          <cx:pt idx="2898">33</cx:pt>
          <cx:pt idx="2899">64</cx:pt>
          <cx:pt idx="2900">67</cx:pt>
          <cx:pt idx="2901">43</cx:pt>
          <cx:pt idx="2902">32</cx:pt>
          <cx:pt idx="2903">39</cx:pt>
          <cx:pt idx="2904">41</cx:pt>
          <cx:pt idx="2905">53</cx:pt>
          <cx:pt idx="2906">27</cx:pt>
          <cx:pt idx="2907">82</cx:pt>
          <cx:pt idx="2908">87</cx:pt>
          <cx:pt idx="2909">78</cx:pt>
          <cx:pt idx="2910">32</cx:pt>
          <cx:pt idx="2911">38</cx:pt>
          <cx:pt idx="2912">37</cx:pt>
          <cx:pt idx="2913">83</cx:pt>
          <cx:pt idx="2914">72</cx:pt>
          <cx:pt idx="2915">30</cx:pt>
          <cx:pt idx="2916">66</cx:pt>
          <cx:pt idx="2917">45</cx:pt>
          <cx:pt idx="2918">73</cx:pt>
          <cx:pt idx="2919">67</cx:pt>
          <cx:pt idx="2920">72</cx:pt>
          <cx:pt idx="2921">24</cx:pt>
          <cx:pt idx="2922">68</cx:pt>
          <cx:pt idx="2923">70</cx:pt>
          <cx:pt idx="2924">64</cx:pt>
          <cx:pt idx="2925">91</cx:pt>
          <cx:pt idx="2926">82</cx:pt>
          <cx:pt idx="2927">24</cx:pt>
          <cx:pt idx="2928">80</cx:pt>
          <cx:pt idx="2929">53</cx:pt>
          <cx:pt idx="2930">50</cx:pt>
          <cx:pt idx="2931">31</cx:pt>
          <cx:pt idx="2932">88</cx:pt>
          <cx:pt idx="2933">52</cx:pt>
          <cx:pt idx="2934">22</cx:pt>
          <cx:pt idx="2935">27</cx:pt>
          <cx:pt idx="2936">34</cx:pt>
          <cx:pt idx="2937">39</cx:pt>
          <cx:pt idx="2938">53</cx:pt>
          <cx:pt idx="2939">46</cx:pt>
          <cx:pt idx="2940">85</cx:pt>
          <cx:pt idx="2941">86</cx:pt>
          <cx:pt idx="2942">63</cx:pt>
          <cx:pt idx="2943">44</cx:pt>
          <cx:pt idx="2944">95</cx:pt>
          <cx:pt idx="2945">49</cx:pt>
          <cx:pt idx="2946">77</cx:pt>
          <cx:pt idx="2947">63</cx:pt>
          <cx:pt idx="2948">83</cx:pt>
          <cx:pt idx="2949">93</cx:pt>
          <cx:pt idx="2950">91</cx:pt>
          <cx:pt idx="2951">99</cx:pt>
          <cx:pt idx="2952">24</cx:pt>
          <cx:pt idx="2953">82</cx:pt>
          <cx:pt idx="2954">28</cx:pt>
          <cx:pt idx="2955">67</cx:pt>
          <cx:pt idx="2956">88</cx:pt>
          <cx:pt idx="2957">70</cx:pt>
          <cx:pt idx="2958">100</cx:pt>
          <cx:pt idx="2959">28</cx:pt>
          <cx:pt idx="2960">48</cx:pt>
          <cx:pt idx="2961">43</cx:pt>
          <cx:pt idx="2962">40</cx:pt>
          <cx:pt idx="2963">97</cx:pt>
          <cx:pt idx="2964">25</cx:pt>
          <cx:pt idx="2965">45</cx:pt>
          <cx:pt idx="2966">49</cx:pt>
          <cx:pt idx="2967">36</cx:pt>
          <cx:pt idx="2968">48</cx:pt>
          <cx:pt idx="2969">62</cx:pt>
          <cx:pt idx="2970">74</cx:pt>
          <cx:pt idx="2971">100</cx:pt>
          <cx:pt idx="2972">39</cx:pt>
          <cx:pt idx="2973">65</cx:pt>
          <cx:pt idx="2974">99</cx:pt>
          <cx:pt idx="2975">68</cx:pt>
          <cx:pt idx="2976">97</cx:pt>
          <cx:pt idx="2977">47</cx:pt>
          <cx:pt idx="2978">56</cx:pt>
          <cx:pt idx="2979">91</cx:pt>
          <cx:pt idx="2980">93</cx:pt>
          <cx:pt idx="2981">36</cx:pt>
          <cx:pt idx="2982">45</cx:pt>
          <cx:pt idx="2983">44</cx:pt>
          <cx:pt idx="2984">32</cx:pt>
          <cx:pt idx="2985">36</cx:pt>
          <cx:pt idx="2986">85</cx:pt>
          <cx:pt idx="2987">36</cx:pt>
          <cx:pt idx="2988">55</cx:pt>
          <cx:pt idx="2989">20</cx:pt>
          <cx:pt idx="2990">91</cx:pt>
          <cx:pt idx="2991">71</cx:pt>
          <cx:pt idx="2992">64</cx:pt>
          <cx:pt idx="2993">21</cx:pt>
          <cx:pt idx="2994">100</cx:pt>
          <cx:pt idx="2995">96</cx:pt>
          <cx:pt idx="2996">91</cx:pt>
          <cx:pt idx="2997">40</cx:pt>
          <cx:pt idx="2998">53</cx:pt>
          <cx:pt idx="2999">48</cx:pt>
          <cx:pt idx="3000">70</cx:pt>
          <cx:pt idx="3001">29</cx:pt>
          <cx:pt idx="3002">29</cx:pt>
          <cx:pt idx="3003">53</cx:pt>
          <cx:pt idx="3004">79</cx:pt>
          <cx:pt idx="3005">65</cx:pt>
          <cx:pt idx="3006">99</cx:pt>
          <cx:pt idx="3007">60</cx:pt>
          <cx:pt idx="3008">86</cx:pt>
          <cx:pt idx="3009">73</cx:pt>
          <cx:pt idx="3010">45</cx:pt>
          <cx:pt idx="3011">70</cx:pt>
          <cx:pt idx="3012">65</cx:pt>
          <cx:pt idx="3013">55</cx:pt>
          <cx:pt idx="3014">65</cx:pt>
          <cx:pt idx="3015">21</cx:pt>
          <cx:pt idx="3016">26</cx:pt>
          <cx:pt idx="3017">71</cx:pt>
          <cx:pt idx="3018">41</cx:pt>
          <cx:pt idx="3019">44</cx:pt>
          <cx:pt idx="3020">81</cx:pt>
          <cx:pt idx="3021">77</cx:pt>
          <cx:pt idx="3022">26</cx:pt>
          <cx:pt idx="3023">31</cx:pt>
          <cx:pt idx="3024">82</cx:pt>
          <cx:pt idx="3025">60</cx:pt>
          <cx:pt idx="3026">70</cx:pt>
          <cx:pt idx="3027">26</cx:pt>
          <cx:pt idx="3028">100</cx:pt>
          <cx:pt idx="3029">82</cx:pt>
          <cx:pt idx="3030">24</cx:pt>
          <cx:pt idx="3031">74</cx:pt>
          <cx:pt idx="3032">58</cx:pt>
          <cx:pt idx="3033">56</cx:pt>
          <cx:pt idx="3034">37</cx:pt>
          <cx:pt idx="3035">64</cx:pt>
          <cx:pt idx="3036">58</cx:pt>
          <cx:pt idx="3037">44</cx:pt>
          <cx:pt idx="3038">39</cx:pt>
          <cx:pt idx="3039">48</cx:pt>
          <cx:pt idx="3040">32</cx:pt>
          <cx:pt idx="3041">79</cx:pt>
          <cx:pt idx="3042">27</cx:pt>
          <cx:pt idx="3043">98</cx:pt>
          <cx:pt idx="3044">67</cx:pt>
          <cx:pt idx="3045">37</cx:pt>
          <cx:pt idx="3046">49</cx:pt>
          <cx:pt idx="3047">74</cx:pt>
          <cx:pt idx="3048">93</cx:pt>
          <cx:pt idx="3049">60</cx:pt>
          <cx:pt idx="3050">76</cx:pt>
          <cx:pt idx="3051">64</cx:pt>
          <cx:pt idx="3052">38</cx:pt>
          <cx:pt idx="3053">91</cx:pt>
          <cx:pt idx="3054">70</cx:pt>
          <cx:pt idx="3055">22</cx:pt>
          <cx:pt idx="3056">59</cx:pt>
          <cx:pt idx="3057">22</cx:pt>
          <cx:pt idx="3058">74</cx:pt>
          <cx:pt idx="3059">71</cx:pt>
          <cx:pt idx="3060">80</cx:pt>
          <cx:pt idx="3061">59</cx:pt>
          <cx:pt idx="3062">96</cx:pt>
          <cx:pt idx="3063">43</cx:pt>
          <cx:pt idx="3064">76</cx:pt>
          <cx:pt idx="3065">59</cx:pt>
          <cx:pt idx="3066">48</cx:pt>
          <cx:pt idx="3067">22</cx:pt>
          <cx:pt idx="3068">40</cx:pt>
          <cx:pt idx="3069">73</cx:pt>
          <cx:pt idx="3070">26</cx:pt>
          <cx:pt idx="3071">41</cx:pt>
          <cx:pt idx="3072">98</cx:pt>
          <cx:pt idx="3073">63</cx:pt>
          <cx:pt idx="3074">55</cx:pt>
          <cx:pt idx="3075">90</cx:pt>
          <cx:pt idx="3076">46</cx:pt>
          <cx:pt idx="3077">88</cx:pt>
          <cx:pt idx="3078">95</cx:pt>
          <cx:pt idx="3079">31</cx:pt>
          <cx:pt idx="3080">42</cx:pt>
          <cx:pt idx="3081">44</cx:pt>
          <cx:pt idx="3082">99</cx:pt>
          <cx:pt idx="3083">20</cx:pt>
          <cx:pt idx="3084">37</cx:pt>
          <cx:pt idx="3085">50</cx:pt>
          <cx:pt idx="3086">73</cx:pt>
          <cx:pt idx="3087">84</cx:pt>
          <cx:pt idx="3088">64</cx:pt>
          <cx:pt idx="3089">21</cx:pt>
          <cx:pt idx="3090">36</cx:pt>
          <cx:pt idx="3091">81</cx:pt>
          <cx:pt idx="3092">54</cx:pt>
          <cx:pt idx="3093">63</cx:pt>
          <cx:pt idx="3094">59</cx:pt>
          <cx:pt idx="3095">53</cx:pt>
          <cx:pt idx="3096">63</cx:pt>
          <cx:pt idx="3097">33</cx:pt>
          <cx:pt idx="3098">64</cx:pt>
          <cx:pt idx="3099">98</cx:pt>
          <cx:pt idx="3100">85</cx:pt>
          <cx:pt idx="3101">82</cx:pt>
          <cx:pt idx="3102">85</cx:pt>
          <cx:pt idx="3103">37</cx:pt>
          <cx:pt idx="3104">56</cx:pt>
          <cx:pt idx="3105">33</cx:pt>
          <cx:pt idx="3106">57</cx:pt>
          <cx:pt idx="3107">31</cx:pt>
          <cx:pt idx="3108">69</cx:pt>
          <cx:pt idx="3109">92</cx:pt>
          <cx:pt idx="3110">46</cx:pt>
          <cx:pt idx="3111">81</cx:pt>
          <cx:pt idx="3112">97</cx:pt>
          <cx:pt idx="3113">93</cx:pt>
          <cx:pt idx="3114">56</cx:pt>
          <cx:pt idx="3115">53</cx:pt>
          <cx:pt idx="3116">66</cx:pt>
          <cx:pt idx="3117">50</cx:pt>
          <cx:pt idx="3118">97</cx:pt>
          <cx:pt idx="3119">79</cx:pt>
          <cx:pt idx="3120">76</cx:pt>
          <cx:pt idx="3121">38</cx:pt>
          <cx:pt idx="3122">45</cx:pt>
          <cx:pt idx="3123">77</cx:pt>
          <cx:pt idx="3124">51</cx:pt>
          <cx:pt idx="3125">26</cx:pt>
          <cx:pt idx="3126">76</cx:pt>
          <cx:pt idx="3127">94</cx:pt>
          <cx:pt idx="3128">32</cx:pt>
          <cx:pt idx="3129">20</cx:pt>
          <cx:pt idx="3130">20</cx:pt>
          <cx:pt idx="3131">59</cx:pt>
          <cx:pt idx="3132">97</cx:pt>
          <cx:pt idx="3133">68</cx:pt>
          <cx:pt idx="3134">66</cx:pt>
          <cx:pt idx="3135">85</cx:pt>
          <cx:pt idx="3136">32</cx:pt>
          <cx:pt idx="3137">44</cx:pt>
          <cx:pt idx="3138">95</cx:pt>
          <cx:pt idx="3139">85</cx:pt>
          <cx:pt idx="3140">44</cx:pt>
          <cx:pt idx="3141">30</cx:pt>
          <cx:pt idx="3142">21</cx:pt>
          <cx:pt idx="3143">22</cx:pt>
          <cx:pt idx="3144">70</cx:pt>
          <cx:pt idx="3145">29</cx:pt>
          <cx:pt idx="3146">83</cx:pt>
          <cx:pt idx="3147">99</cx:pt>
          <cx:pt idx="3148">35</cx:pt>
          <cx:pt idx="3149">40</cx:pt>
          <cx:pt idx="3150">25</cx:pt>
          <cx:pt idx="3151">64</cx:pt>
          <cx:pt idx="3152">90</cx:pt>
          <cx:pt idx="3153">88</cx:pt>
          <cx:pt idx="3154">55</cx:pt>
          <cx:pt idx="3155">90</cx:pt>
          <cx:pt idx="3156">50</cx:pt>
          <cx:pt idx="3157">34</cx:pt>
          <cx:pt idx="3158">77</cx:pt>
          <cx:pt idx="3159">89</cx:pt>
          <cx:pt idx="3160">87</cx:pt>
          <cx:pt idx="3161">77</cx:pt>
          <cx:pt idx="3162">85</cx:pt>
          <cx:pt idx="3163">66</cx:pt>
          <cx:pt idx="3164">32</cx:pt>
          <cx:pt idx="3165">92</cx:pt>
          <cx:pt idx="3166">80</cx:pt>
          <cx:pt idx="3167">78</cx:pt>
          <cx:pt idx="3168">24</cx:pt>
          <cx:pt idx="3169">59</cx:pt>
          <cx:pt idx="3170">41</cx:pt>
          <cx:pt idx="3171">26</cx:pt>
          <cx:pt idx="3172">52</cx:pt>
          <cx:pt idx="3173">46</cx:pt>
          <cx:pt idx="3174">52</cx:pt>
          <cx:pt idx="3175">42</cx:pt>
          <cx:pt idx="3176">37</cx:pt>
          <cx:pt idx="3177">52</cx:pt>
          <cx:pt idx="3178">34</cx:pt>
          <cx:pt idx="3179">88</cx:pt>
          <cx:pt idx="3180">88</cx:pt>
          <cx:pt idx="3181">51</cx:pt>
          <cx:pt idx="3182">97</cx:pt>
          <cx:pt idx="3183">56</cx:pt>
          <cx:pt idx="3184">53</cx:pt>
          <cx:pt idx="3185">71</cx:pt>
          <cx:pt idx="3186">93</cx:pt>
          <cx:pt idx="3187">72</cx:pt>
          <cx:pt idx="3188">59</cx:pt>
          <cx:pt idx="3189">87</cx:pt>
          <cx:pt idx="3190">78</cx:pt>
          <cx:pt idx="3191">68</cx:pt>
          <cx:pt idx="3192">76</cx:pt>
          <cx:pt idx="3193">99</cx:pt>
          <cx:pt idx="3194">52</cx:pt>
          <cx:pt idx="3195">58</cx:pt>
          <cx:pt idx="3196">59</cx:pt>
          <cx:pt idx="3197">71</cx:pt>
          <cx:pt idx="3198">94</cx:pt>
          <cx:pt idx="3199">40</cx:pt>
          <cx:pt idx="3200">24</cx:pt>
          <cx:pt idx="3201">38</cx:pt>
          <cx:pt idx="3202">37</cx:pt>
          <cx:pt idx="3203">29</cx:pt>
          <cx:pt idx="3204">92</cx:pt>
          <cx:pt idx="3205">24</cx:pt>
          <cx:pt idx="3206">52</cx:pt>
          <cx:pt idx="3207">29</cx:pt>
          <cx:pt idx="3208">30</cx:pt>
          <cx:pt idx="3209">31</cx:pt>
          <cx:pt idx="3210">67</cx:pt>
          <cx:pt idx="3211">65</cx:pt>
          <cx:pt idx="3212">22</cx:pt>
          <cx:pt idx="3213">56</cx:pt>
          <cx:pt idx="3214">78</cx:pt>
          <cx:pt idx="3215">90</cx:pt>
          <cx:pt idx="3216">85</cx:pt>
          <cx:pt idx="3217">58</cx:pt>
          <cx:pt idx="3218">34</cx:pt>
          <cx:pt idx="3219">40</cx:pt>
          <cx:pt idx="3220">29</cx:pt>
          <cx:pt idx="3221">76</cx:pt>
          <cx:pt idx="3222">84</cx:pt>
          <cx:pt idx="3223">65</cx:pt>
          <cx:pt idx="3224">80</cx:pt>
          <cx:pt idx="3225">98</cx:pt>
          <cx:pt idx="3226">71</cx:pt>
          <cx:pt idx="3227">69</cx:pt>
          <cx:pt idx="3228">95</cx:pt>
          <cx:pt idx="3229">67</cx:pt>
          <cx:pt idx="3230">49</cx:pt>
          <cx:pt idx="3231">97</cx:pt>
          <cx:pt idx="3232">34</cx:pt>
          <cx:pt idx="3233">74</cx:pt>
          <cx:pt idx="3234">96</cx:pt>
          <cx:pt idx="3235">68</cx:pt>
          <cx:pt idx="3236">84</cx:pt>
          <cx:pt idx="3237">57</cx:pt>
          <cx:pt idx="3238">84</cx:pt>
          <cx:pt idx="3239">32</cx:pt>
          <cx:pt idx="3240">37</cx:pt>
          <cx:pt idx="3241">58</cx:pt>
          <cx:pt idx="3242">74</cx:pt>
          <cx:pt idx="3243">99</cx:pt>
          <cx:pt idx="3244">81</cx:pt>
          <cx:pt idx="3245">76</cx:pt>
          <cx:pt idx="3246">98</cx:pt>
          <cx:pt idx="3247">91</cx:pt>
          <cx:pt idx="3248">79</cx:pt>
          <cx:pt idx="3249">83</cx:pt>
          <cx:pt idx="3250">90</cx:pt>
          <cx:pt idx="3251">20</cx:pt>
          <cx:pt idx="3252">21</cx:pt>
          <cx:pt idx="3253">60</cx:pt>
          <cx:pt idx="3254">31</cx:pt>
          <cx:pt idx="3255">40</cx:pt>
          <cx:pt idx="3256">26</cx:pt>
          <cx:pt idx="3257">98</cx:pt>
          <cx:pt idx="3258">51</cx:pt>
          <cx:pt idx="3259">95</cx:pt>
          <cx:pt idx="3260">36</cx:pt>
          <cx:pt idx="3261">52</cx:pt>
          <cx:pt idx="3262">35</cx:pt>
          <cx:pt idx="3263">68</cx:pt>
          <cx:pt idx="3264">50</cx:pt>
          <cx:pt idx="3265">100</cx:pt>
          <cx:pt idx="3266">74</cx:pt>
          <cx:pt idx="3267">45</cx:pt>
          <cx:pt idx="3268">97</cx:pt>
          <cx:pt idx="3269">60</cx:pt>
          <cx:pt idx="3270">25</cx:pt>
          <cx:pt idx="3271">55</cx:pt>
          <cx:pt idx="3272">99</cx:pt>
          <cx:pt idx="3273">45</cx:pt>
          <cx:pt idx="3274">20</cx:pt>
          <cx:pt idx="3275">88</cx:pt>
          <cx:pt idx="3276">99</cx:pt>
          <cx:pt idx="3277">86</cx:pt>
          <cx:pt idx="3278">70</cx:pt>
          <cx:pt idx="3279">50</cx:pt>
          <cx:pt idx="3280">57</cx:pt>
          <cx:pt idx="3281">69</cx:pt>
          <cx:pt idx="3282">94</cx:pt>
          <cx:pt idx="3283">24</cx:pt>
          <cx:pt idx="3284">79</cx:pt>
          <cx:pt idx="3285">31</cx:pt>
          <cx:pt idx="3286">67</cx:pt>
          <cx:pt idx="3287">63</cx:pt>
          <cx:pt idx="3288">61</cx:pt>
          <cx:pt idx="3289">50</cx:pt>
          <cx:pt idx="3290">82</cx:pt>
          <cx:pt idx="3291">51</cx:pt>
          <cx:pt idx="3292">23</cx:pt>
          <cx:pt idx="3293">91</cx:pt>
          <cx:pt idx="3294">60</cx:pt>
          <cx:pt idx="3295">34</cx:pt>
          <cx:pt idx="3296">23</cx:pt>
          <cx:pt idx="3297">82</cx:pt>
          <cx:pt idx="3298">73</cx:pt>
          <cx:pt idx="3299">32</cx:pt>
          <cx:pt idx="3300">80</cx:pt>
          <cx:pt idx="3301">58</cx:pt>
          <cx:pt idx="3302">82</cx:pt>
          <cx:pt idx="3303">60</cx:pt>
          <cx:pt idx="3304">79</cx:pt>
          <cx:pt idx="3305">41</cx:pt>
          <cx:pt idx="3306">39</cx:pt>
          <cx:pt idx="3307">36</cx:pt>
          <cx:pt idx="3308">70</cx:pt>
          <cx:pt idx="3309">47</cx:pt>
          <cx:pt idx="3310">27</cx:pt>
          <cx:pt idx="3311">52</cx:pt>
          <cx:pt idx="3312">75</cx:pt>
          <cx:pt idx="3313">30</cx:pt>
          <cx:pt idx="3314">94</cx:pt>
          <cx:pt idx="3315">68</cx:pt>
          <cx:pt idx="3316">45</cx:pt>
          <cx:pt idx="3317">67</cx:pt>
          <cx:pt idx="3318">46</cx:pt>
          <cx:pt idx="3319">31</cx:pt>
          <cx:pt idx="3320">44</cx:pt>
          <cx:pt idx="3321">100</cx:pt>
          <cx:pt idx="3322">92</cx:pt>
          <cx:pt idx="3323">78</cx:pt>
          <cx:pt idx="3324">32</cx:pt>
          <cx:pt idx="3325">97</cx:pt>
          <cx:pt idx="3326">95</cx:pt>
          <cx:pt idx="3327">64</cx:pt>
          <cx:pt idx="3328">35</cx:pt>
          <cx:pt idx="3329">54</cx:pt>
          <cx:pt idx="3330">96</cx:pt>
          <cx:pt idx="3331">58</cx:pt>
          <cx:pt idx="3332">23</cx:pt>
          <cx:pt idx="3333">35</cx:pt>
          <cx:pt idx="3334">23</cx:pt>
          <cx:pt idx="3335">94</cx:pt>
          <cx:pt idx="3336">45</cx:pt>
          <cx:pt idx="3337">23</cx:pt>
          <cx:pt idx="3338">94</cx:pt>
          <cx:pt idx="3339">99</cx:pt>
          <cx:pt idx="3340">36</cx:pt>
          <cx:pt idx="3341">50</cx:pt>
          <cx:pt idx="3342">81</cx:pt>
          <cx:pt idx="3343">31</cx:pt>
          <cx:pt idx="3344">48</cx:pt>
          <cx:pt idx="3345">91</cx:pt>
          <cx:pt idx="3346">99</cx:pt>
          <cx:pt idx="3347">70</cx:pt>
          <cx:pt idx="3348">74</cx:pt>
          <cx:pt idx="3349">79</cx:pt>
          <cx:pt idx="3350">33</cx:pt>
          <cx:pt idx="3351">49</cx:pt>
          <cx:pt idx="3352">96</cx:pt>
          <cx:pt idx="3353">66</cx:pt>
          <cx:pt idx="3354">45</cx:pt>
          <cx:pt idx="3355">28</cx:pt>
          <cx:pt idx="3356">48</cx:pt>
          <cx:pt idx="3357">67</cx:pt>
          <cx:pt idx="3358">59</cx:pt>
          <cx:pt idx="3359">74</cx:pt>
          <cx:pt idx="3360">81</cx:pt>
          <cx:pt idx="3361">26</cx:pt>
          <cx:pt idx="3362">61</cx:pt>
          <cx:pt idx="3363">23</cx:pt>
          <cx:pt idx="3364">33</cx:pt>
          <cx:pt idx="3365">58</cx:pt>
          <cx:pt idx="3366">65</cx:pt>
          <cx:pt idx="3367">48</cx:pt>
          <cx:pt idx="3368">25</cx:pt>
          <cx:pt idx="3369">51</cx:pt>
          <cx:pt idx="3370">31</cx:pt>
          <cx:pt idx="3371">99</cx:pt>
          <cx:pt idx="3372">25</cx:pt>
          <cx:pt idx="3373">52</cx:pt>
          <cx:pt idx="3374">47</cx:pt>
          <cx:pt idx="3375">98</cx:pt>
          <cx:pt idx="3376">46</cx:pt>
          <cx:pt idx="3377">32</cx:pt>
          <cx:pt idx="3378">75</cx:pt>
          <cx:pt idx="3379">51</cx:pt>
          <cx:pt idx="3380">52</cx:pt>
          <cx:pt idx="3381">66</cx:pt>
          <cx:pt idx="3382">35</cx:pt>
          <cx:pt idx="3383">43</cx:pt>
          <cx:pt idx="3384">24</cx:pt>
          <cx:pt idx="3385">83</cx:pt>
          <cx:pt idx="3386">62</cx:pt>
          <cx:pt idx="3387">78</cx:pt>
          <cx:pt idx="3388">61</cx:pt>
          <cx:pt idx="3389">57</cx:pt>
          <cx:pt idx="3390">70</cx:pt>
          <cx:pt idx="3391">57</cx:pt>
          <cx:pt idx="3392">74</cx:pt>
          <cx:pt idx="3393">90</cx:pt>
          <cx:pt idx="3394">98</cx:pt>
          <cx:pt idx="3395">43</cx:pt>
          <cx:pt idx="3396">37</cx:pt>
          <cx:pt idx="3397">38</cx:pt>
          <cx:pt idx="3398">60</cx:pt>
          <cx:pt idx="3399">55</cx:pt>
          <cx:pt idx="3400">51</cx:pt>
          <cx:pt idx="3401">71</cx:pt>
          <cx:pt idx="3402">61</cx:pt>
          <cx:pt idx="3403">65</cx:pt>
          <cx:pt idx="3404">34</cx:pt>
          <cx:pt idx="3405">87</cx:pt>
          <cx:pt idx="3406">79</cx:pt>
          <cx:pt idx="3407">46</cx:pt>
          <cx:pt idx="3408">72</cx:pt>
          <cx:pt idx="3409">93</cx:pt>
          <cx:pt idx="3410">76</cx:pt>
          <cx:pt idx="3411">56</cx:pt>
          <cx:pt idx="3412">83</cx:pt>
          <cx:pt idx="3413">90</cx:pt>
          <cx:pt idx="3414">94</cx:pt>
          <cx:pt idx="3415">68</cx:pt>
          <cx:pt idx="3416">53</cx:pt>
          <cx:pt idx="3417">35</cx:pt>
          <cx:pt idx="3418">30</cx:pt>
          <cx:pt idx="3419">26</cx:pt>
          <cx:pt idx="3420">60</cx:pt>
          <cx:pt idx="3421">30</cx:pt>
          <cx:pt idx="3422">91</cx:pt>
          <cx:pt idx="3423">71</cx:pt>
          <cx:pt idx="3424">64</cx:pt>
          <cx:pt idx="3425">54</cx:pt>
          <cx:pt idx="3426">35</cx:pt>
          <cx:pt idx="3427">38</cx:pt>
          <cx:pt idx="3428">69</cx:pt>
          <cx:pt idx="3429">96</cx:pt>
          <cx:pt idx="3430">73</cx:pt>
          <cx:pt idx="3431">49</cx:pt>
          <cx:pt idx="3432">44</cx:pt>
          <cx:pt idx="3433">93</cx:pt>
          <cx:pt idx="3434">72</cx:pt>
          <cx:pt idx="3435">91</cx:pt>
          <cx:pt idx="3436">83</cx:pt>
          <cx:pt idx="3437">62</cx:pt>
          <cx:pt idx="3438">71</cx:pt>
          <cx:pt idx="3439">93</cx:pt>
          <cx:pt idx="3440">63</cx:pt>
          <cx:pt idx="3441">96</cx:pt>
          <cx:pt idx="3442">78</cx:pt>
          <cx:pt idx="3443">24</cx:pt>
          <cx:pt idx="3444">63</cx:pt>
          <cx:pt idx="3445">58</cx:pt>
          <cx:pt idx="3446">55</cx:pt>
          <cx:pt idx="3447">58</cx:pt>
          <cx:pt idx="3448">28</cx:pt>
          <cx:pt idx="3449">37</cx:pt>
          <cx:pt idx="3450">78</cx:pt>
          <cx:pt idx="3451">73</cx:pt>
          <cx:pt idx="3452">20</cx:pt>
          <cx:pt idx="3453">60</cx:pt>
          <cx:pt idx="3454">71</cx:pt>
          <cx:pt idx="3455">89</cx:pt>
          <cx:pt idx="3456">53</cx:pt>
          <cx:pt idx="3457">87</cx:pt>
          <cx:pt idx="3458">37</cx:pt>
          <cx:pt idx="3459">37</cx:pt>
          <cx:pt idx="3460">78</cx:pt>
          <cx:pt idx="3461">23</cx:pt>
          <cx:pt idx="3462">73</cx:pt>
          <cx:pt idx="3463">27</cx:pt>
          <cx:pt idx="3464">59</cx:pt>
          <cx:pt idx="3465">53</cx:pt>
          <cx:pt idx="3466">42</cx:pt>
          <cx:pt idx="3467">45</cx:pt>
          <cx:pt idx="3468">89</cx:pt>
          <cx:pt idx="3469">85</cx:pt>
          <cx:pt idx="3470">69</cx:pt>
          <cx:pt idx="3471">66</cx:pt>
          <cx:pt idx="3472">42</cx:pt>
          <cx:pt idx="3473">40</cx:pt>
          <cx:pt idx="3474">82</cx:pt>
          <cx:pt idx="3475">88</cx:pt>
          <cx:pt idx="3476">99</cx:pt>
          <cx:pt idx="3477">85</cx:pt>
          <cx:pt idx="3478">57</cx:pt>
          <cx:pt idx="3479">56</cx:pt>
          <cx:pt idx="3480">79</cx:pt>
          <cx:pt idx="3481">67</cx:pt>
          <cx:pt idx="3482">61</cx:pt>
          <cx:pt idx="3483">37</cx:pt>
          <cx:pt idx="3484">75</cx:pt>
          <cx:pt idx="3485">21</cx:pt>
          <cx:pt idx="3486">89</cx:pt>
          <cx:pt idx="3487">24</cx:pt>
          <cx:pt idx="3488">27</cx:pt>
          <cx:pt idx="3489">26</cx:pt>
          <cx:pt idx="3490">82</cx:pt>
          <cx:pt idx="3491">28</cx:pt>
          <cx:pt idx="3492">65</cx:pt>
          <cx:pt idx="3493">82</cx:pt>
          <cx:pt idx="3494">38</cx:pt>
          <cx:pt idx="3495">33</cx:pt>
          <cx:pt idx="3496">38</cx:pt>
          <cx:pt idx="3497">48</cx:pt>
          <cx:pt idx="3498">35</cx:pt>
          <cx:pt idx="3499">29</cx:pt>
          <cx:pt idx="3500">48</cx:pt>
          <cx:pt idx="3501">87</cx:pt>
          <cx:pt idx="3502">62</cx:pt>
          <cx:pt idx="3503">96</cx:pt>
          <cx:pt idx="3504">41</cx:pt>
          <cx:pt idx="3505">42</cx:pt>
          <cx:pt idx="3506">57</cx:pt>
          <cx:pt idx="3507">65</cx:pt>
          <cx:pt idx="3508">54</cx:pt>
          <cx:pt idx="3509">22</cx:pt>
          <cx:pt idx="3510">96</cx:pt>
          <cx:pt idx="3511">81</cx:pt>
          <cx:pt idx="3512">46</cx:pt>
          <cx:pt idx="3513">74</cx:pt>
          <cx:pt idx="3514">50</cx:pt>
          <cx:pt idx="3515">80</cx:pt>
          <cx:pt idx="3516">56</cx:pt>
          <cx:pt idx="3517">69</cx:pt>
          <cx:pt idx="3518">97</cx:pt>
          <cx:pt idx="3519">66</cx:pt>
          <cx:pt idx="3520">70</cx:pt>
          <cx:pt idx="3521">50</cx:pt>
          <cx:pt idx="3522">85</cx:pt>
          <cx:pt idx="3523">59</cx:pt>
          <cx:pt idx="3524">74</cx:pt>
          <cx:pt idx="3525">38</cx:pt>
          <cx:pt idx="3526">99</cx:pt>
          <cx:pt idx="3527">97</cx:pt>
          <cx:pt idx="3528">67</cx:pt>
          <cx:pt idx="3529">20</cx:pt>
          <cx:pt idx="3530">45</cx:pt>
          <cx:pt idx="3531">52</cx:pt>
          <cx:pt idx="3532">68</cx:pt>
          <cx:pt idx="3533">98</cx:pt>
          <cx:pt idx="3534">83</cx:pt>
          <cx:pt idx="3535">51</cx:pt>
          <cx:pt idx="3536">21</cx:pt>
          <cx:pt idx="3537">92</cx:pt>
          <cx:pt idx="3538">63</cx:pt>
          <cx:pt idx="3539">56</cx:pt>
          <cx:pt idx="3540">95</cx:pt>
          <cx:pt idx="3541">66</cx:pt>
          <cx:pt idx="3542">28</cx:pt>
          <cx:pt idx="3543">83</cx:pt>
          <cx:pt idx="3544">55</cx:pt>
          <cx:pt idx="3545">28</cx:pt>
          <cx:pt idx="3546">79</cx:pt>
          <cx:pt idx="3547">31</cx:pt>
          <cx:pt idx="3548">37</cx:pt>
          <cx:pt idx="3549">34</cx:pt>
          <cx:pt idx="3550">74</cx:pt>
          <cx:pt idx="3551">31</cx:pt>
          <cx:pt idx="3552">66</cx:pt>
          <cx:pt idx="3553">99</cx:pt>
          <cx:pt idx="3554">55</cx:pt>
          <cx:pt idx="3555">23</cx:pt>
          <cx:pt idx="3556">88</cx:pt>
          <cx:pt idx="3557">26</cx:pt>
          <cx:pt idx="3558">94</cx:pt>
          <cx:pt idx="3559">25</cx:pt>
          <cx:pt idx="3560">96</cx:pt>
          <cx:pt idx="3561">29</cx:pt>
          <cx:pt idx="3562">36</cx:pt>
          <cx:pt idx="3563">90</cx:pt>
          <cx:pt idx="3564">38</cx:pt>
          <cx:pt idx="3565">52</cx:pt>
          <cx:pt idx="3566">88</cx:pt>
          <cx:pt idx="3567">56</cx:pt>
          <cx:pt idx="3568">71</cx:pt>
          <cx:pt idx="3569">94</cx:pt>
          <cx:pt idx="3570">97</cx:pt>
          <cx:pt idx="3571">27</cx:pt>
          <cx:pt idx="3572">28</cx:pt>
          <cx:pt idx="3573">67</cx:pt>
          <cx:pt idx="3574">70</cx:pt>
          <cx:pt idx="3575">95</cx:pt>
          <cx:pt idx="3576">24</cx:pt>
          <cx:pt idx="3577">35</cx:pt>
          <cx:pt idx="3578">22</cx:pt>
          <cx:pt idx="3579">66</cx:pt>
          <cx:pt idx="3580">83</cx:pt>
          <cx:pt idx="3581">95</cx:pt>
          <cx:pt idx="3582">41</cx:pt>
          <cx:pt idx="3583">77</cx:pt>
          <cx:pt idx="3584">52</cx:pt>
          <cx:pt idx="3585">41</cx:pt>
          <cx:pt idx="3586">28</cx:pt>
          <cx:pt idx="3587">90</cx:pt>
          <cx:pt idx="3588">55</cx:pt>
          <cx:pt idx="3589">73</cx:pt>
          <cx:pt idx="3590">87</cx:pt>
          <cx:pt idx="3591">89</cx:pt>
          <cx:pt idx="3592">82</cx:pt>
          <cx:pt idx="3593">80</cx:pt>
          <cx:pt idx="3594">87</cx:pt>
          <cx:pt idx="3595">41</cx:pt>
          <cx:pt idx="3596">83</cx:pt>
          <cx:pt idx="3597">71</cx:pt>
          <cx:pt idx="3598">76</cx:pt>
          <cx:pt idx="3599">34</cx:pt>
          <cx:pt idx="3600">81</cx:pt>
          <cx:pt idx="3601">47</cx:pt>
          <cx:pt idx="3602">36</cx:pt>
          <cx:pt idx="3603">51</cx:pt>
          <cx:pt idx="3604">86</cx:pt>
          <cx:pt idx="3605">41</cx:pt>
          <cx:pt idx="3606">90</cx:pt>
          <cx:pt idx="3607">93</cx:pt>
          <cx:pt idx="3608">56</cx:pt>
          <cx:pt idx="3609">39</cx:pt>
          <cx:pt idx="3610">86</cx:pt>
          <cx:pt idx="3611">82</cx:pt>
          <cx:pt idx="3612">29</cx:pt>
          <cx:pt idx="3613">27</cx:pt>
          <cx:pt idx="3614">25</cx:pt>
          <cx:pt idx="3615">31</cx:pt>
          <cx:pt idx="3616">23</cx:pt>
          <cx:pt idx="3617">47</cx:pt>
          <cx:pt idx="3618">67</cx:pt>
          <cx:pt idx="3619">75</cx:pt>
          <cx:pt idx="3620">82</cx:pt>
          <cx:pt idx="3621">32</cx:pt>
          <cx:pt idx="3622">41</cx:pt>
          <cx:pt idx="3623">89</cx:pt>
          <cx:pt idx="3624">82</cx:pt>
          <cx:pt idx="3625">99</cx:pt>
          <cx:pt idx="3626">98</cx:pt>
          <cx:pt idx="3627">54</cx:pt>
          <cx:pt idx="3628">88</cx:pt>
          <cx:pt idx="3629">43</cx:pt>
          <cx:pt idx="3630">73</cx:pt>
          <cx:pt idx="3631">50</cx:pt>
          <cx:pt idx="3632">73</cx:pt>
          <cx:pt idx="3633">51</cx:pt>
          <cx:pt idx="3634">22</cx:pt>
          <cx:pt idx="3635">32</cx:pt>
          <cx:pt idx="3636">38</cx:pt>
          <cx:pt idx="3637">66</cx:pt>
          <cx:pt idx="3638">20</cx:pt>
          <cx:pt idx="3639">44</cx:pt>
          <cx:pt idx="3640">31</cx:pt>
          <cx:pt idx="3641">45</cx:pt>
          <cx:pt idx="3642">71</cx:pt>
          <cx:pt idx="3643">96</cx:pt>
          <cx:pt idx="3644">32</cx:pt>
          <cx:pt idx="3645">90</cx:pt>
          <cx:pt idx="3646">68</cx:pt>
          <cx:pt idx="3647">45</cx:pt>
          <cx:pt idx="3648">67</cx:pt>
          <cx:pt idx="3649">57</cx:pt>
          <cx:pt idx="3650">60</cx:pt>
          <cx:pt idx="3651">32</cx:pt>
          <cx:pt idx="3652">29</cx:pt>
          <cx:pt idx="3653">20</cx:pt>
          <cx:pt idx="3654">98</cx:pt>
          <cx:pt idx="3655">27</cx:pt>
          <cx:pt idx="3656">67</cx:pt>
          <cx:pt idx="3657">82</cx:pt>
          <cx:pt idx="3658">72</cx:pt>
          <cx:pt idx="3659">77</cx:pt>
          <cx:pt idx="3660">74</cx:pt>
          <cx:pt idx="3661">39</cx:pt>
          <cx:pt idx="3662">80</cx:pt>
          <cx:pt idx="3663">59</cx:pt>
          <cx:pt idx="3664">68</cx:pt>
          <cx:pt idx="3665">77</cx:pt>
          <cx:pt idx="3666">50</cx:pt>
          <cx:pt idx="3667">45</cx:pt>
          <cx:pt idx="3668">71</cx:pt>
          <cx:pt idx="3669">52</cx:pt>
          <cx:pt idx="3670">50</cx:pt>
          <cx:pt idx="3671">66</cx:pt>
          <cx:pt idx="3672">81</cx:pt>
          <cx:pt idx="3673">28</cx:pt>
          <cx:pt idx="3674">65</cx:pt>
          <cx:pt idx="3675">80</cx:pt>
          <cx:pt idx="3676">94</cx:pt>
          <cx:pt idx="3677">30</cx:pt>
          <cx:pt idx="3678">45</cx:pt>
          <cx:pt idx="3679">91</cx:pt>
          <cx:pt idx="3680">36</cx:pt>
          <cx:pt idx="3681">73</cx:pt>
          <cx:pt idx="3682">60</cx:pt>
          <cx:pt idx="3683">77</cx:pt>
          <cx:pt idx="3684">86</cx:pt>
          <cx:pt idx="3685">42</cx:pt>
          <cx:pt idx="3686">70</cx:pt>
          <cx:pt idx="3687">44</cx:pt>
          <cx:pt idx="3688">91</cx:pt>
          <cx:pt idx="3689">30</cx:pt>
          <cx:pt idx="3690">23</cx:pt>
          <cx:pt idx="3691">21</cx:pt>
          <cx:pt idx="3692">34</cx:pt>
          <cx:pt idx="3693">46</cx:pt>
          <cx:pt idx="3694">41</cx:pt>
          <cx:pt idx="3695">33</cx:pt>
          <cx:pt idx="3696">48</cx:pt>
          <cx:pt idx="3697">66</cx:pt>
          <cx:pt idx="3698">54</cx:pt>
          <cx:pt idx="3699">55</cx:pt>
          <cx:pt idx="3700">84</cx:pt>
          <cx:pt idx="3701">66</cx:pt>
          <cx:pt idx="3702">65</cx:pt>
          <cx:pt idx="3703">83</cx:pt>
          <cx:pt idx="3704">61</cx:pt>
          <cx:pt idx="3705">65</cx:pt>
          <cx:pt idx="3706">55</cx:pt>
          <cx:pt idx="3707">79</cx:pt>
          <cx:pt idx="3708">96</cx:pt>
          <cx:pt idx="3709">43</cx:pt>
          <cx:pt idx="3710">40</cx:pt>
          <cx:pt idx="3711">62</cx:pt>
          <cx:pt idx="3712">72</cx:pt>
          <cx:pt idx="3713">87</cx:pt>
          <cx:pt idx="3714">31</cx:pt>
          <cx:pt idx="3715">34</cx:pt>
          <cx:pt idx="3716">53</cx:pt>
          <cx:pt idx="3717">85</cx:pt>
          <cx:pt idx="3718">50</cx:pt>
          <cx:pt idx="3719">91</cx:pt>
          <cx:pt idx="3720">56</cx:pt>
          <cx:pt idx="3721">60</cx:pt>
          <cx:pt idx="3722">34</cx:pt>
          <cx:pt idx="3723">30</cx:pt>
          <cx:pt idx="3724">71</cx:pt>
          <cx:pt idx="3725">100</cx:pt>
          <cx:pt idx="3726">85</cx:pt>
          <cx:pt idx="3727">83</cx:pt>
          <cx:pt idx="3728">31</cx:pt>
          <cx:pt idx="3729">82</cx:pt>
          <cx:pt idx="3730">79</cx:pt>
          <cx:pt idx="3731">62</cx:pt>
          <cx:pt idx="3732">92</cx:pt>
          <cx:pt idx="3733">58</cx:pt>
          <cx:pt idx="3734">88</cx:pt>
          <cx:pt idx="3735">44</cx:pt>
          <cx:pt idx="3736">56</cx:pt>
          <cx:pt idx="3737">23</cx:pt>
          <cx:pt idx="3738">45</cx:pt>
          <cx:pt idx="3739">31</cx:pt>
          <cx:pt idx="3740">96</cx:pt>
          <cx:pt idx="3741">96</cx:pt>
          <cx:pt idx="3742">80</cx:pt>
          <cx:pt idx="3743">28</cx:pt>
          <cx:pt idx="3744">51</cx:pt>
          <cx:pt idx="3745">41</cx:pt>
          <cx:pt idx="3746">99</cx:pt>
          <cx:pt idx="3747">53</cx:pt>
          <cx:pt idx="3748">25</cx:pt>
          <cx:pt idx="3749">95</cx:pt>
          <cx:pt idx="3750">88</cx:pt>
          <cx:pt idx="3751">97</cx:pt>
          <cx:pt idx="3752">81</cx:pt>
          <cx:pt idx="3753">26</cx:pt>
          <cx:pt idx="3754">41</cx:pt>
          <cx:pt idx="3755">93</cx:pt>
          <cx:pt idx="3756">69</cx:pt>
          <cx:pt idx="3757">44</cx:pt>
          <cx:pt idx="3758">54</cx:pt>
          <cx:pt idx="3759">61</cx:pt>
          <cx:pt idx="3760">80</cx:pt>
          <cx:pt idx="3761">30</cx:pt>
          <cx:pt idx="3762">94</cx:pt>
          <cx:pt idx="3763">24</cx:pt>
          <cx:pt idx="3764">21</cx:pt>
          <cx:pt idx="3765">52</cx:pt>
          <cx:pt idx="3766">59</cx:pt>
          <cx:pt idx="3767">51</cx:pt>
          <cx:pt idx="3768">35</cx:pt>
          <cx:pt idx="3769">87</cx:pt>
          <cx:pt idx="3770">42</cx:pt>
          <cx:pt idx="3771">86</cx:pt>
          <cx:pt idx="3772">26</cx:pt>
          <cx:pt idx="3773">60</cx:pt>
          <cx:pt idx="3774">83</cx:pt>
          <cx:pt idx="3775">63</cx:pt>
          <cx:pt idx="3776">25</cx:pt>
          <cx:pt idx="3777">65</cx:pt>
          <cx:pt idx="3778">60</cx:pt>
          <cx:pt idx="3779">75</cx:pt>
          <cx:pt idx="3780">57</cx:pt>
          <cx:pt idx="3781">99</cx:pt>
          <cx:pt idx="3782">45</cx:pt>
          <cx:pt idx="3783">66</cx:pt>
          <cx:pt idx="3784">53</cx:pt>
          <cx:pt idx="3785">94</cx:pt>
          <cx:pt idx="3786">47</cx:pt>
          <cx:pt idx="3787">80</cx:pt>
          <cx:pt idx="3788">65</cx:pt>
          <cx:pt idx="3789">75</cx:pt>
          <cx:pt idx="3790">45</cx:pt>
          <cx:pt idx="3791">51</cx:pt>
          <cx:pt idx="3792">58</cx:pt>
          <cx:pt idx="3793">20</cx:pt>
          <cx:pt idx="3794">82</cx:pt>
          <cx:pt idx="3795">92</cx:pt>
          <cx:pt idx="3796">81</cx:pt>
          <cx:pt idx="3797">44</cx:pt>
          <cx:pt idx="3798">72</cx:pt>
          <cx:pt idx="3799">26</cx:pt>
          <cx:pt idx="3800">26</cx:pt>
          <cx:pt idx="3801">84</cx:pt>
          <cx:pt idx="3802">72</cx:pt>
          <cx:pt idx="3803">55</cx:pt>
          <cx:pt idx="3804">77</cx:pt>
          <cx:pt idx="3805">57</cx:pt>
          <cx:pt idx="3806">71</cx:pt>
          <cx:pt idx="3807">39</cx:pt>
          <cx:pt idx="3808">28</cx:pt>
          <cx:pt idx="3809">33</cx:pt>
          <cx:pt idx="3810">79</cx:pt>
          <cx:pt idx="3811">30</cx:pt>
          <cx:pt idx="3812">75</cx:pt>
          <cx:pt idx="3813">89</cx:pt>
          <cx:pt idx="3814">95</cx:pt>
          <cx:pt idx="3815">44</cx:pt>
          <cx:pt idx="3816">86</cx:pt>
          <cx:pt idx="3817">91</cx:pt>
          <cx:pt idx="3818">41</cx:pt>
          <cx:pt idx="3819">99</cx:pt>
          <cx:pt idx="3820">65</cx:pt>
          <cx:pt idx="3821">48</cx:pt>
          <cx:pt idx="3822">41</cx:pt>
          <cx:pt idx="3823">42</cx:pt>
          <cx:pt idx="3824">26</cx:pt>
          <cx:pt idx="3825">35</cx:pt>
          <cx:pt idx="3826">31</cx:pt>
          <cx:pt idx="3827">73</cx:pt>
          <cx:pt idx="3828">82</cx:pt>
          <cx:pt idx="3829">32</cx:pt>
          <cx:pt idx="3830">27</cx:pt>
          <cx:pt idx="3831">86</cx:pt>
          <cx:pt idx="3832">38</cx:pt>
          <cx:pt idx="3833">93</cx:pt>
          <cx:pt idx="3834">59</cx:pt>
          <cx:pt idx="3835">58</cx:pt>
          <cx:pt idx="3836">84</cx:pt>
          <cx:pt idx="3837">100</cx:pt>
          <cx:pt idx="3838">25</cx:pt>
          <cx:pt idx="3839">29</cx:pt>
          <cx:pt idx="3840">42</cx:pt>
          <cx:pt idx="3841">57</cx:pt>
          <cx:pt idx="3842">84</cx:pt>
          <cx:pt idx="3843">71</cx:pt>
          <cx:pt idx="3844">87</cx:pt>
          <cx:pt idx="3845">52</cx:pt>
          <cx:pt idx="3846">58</cx:pt>
          <cx:pt idx="3847">34</cx:pt>
          <cx:pt idx="3848">60</cx:pt>
          <cx:pt idx="3849">68</cx:pt>
          <cx:pt idx="3850">74</cx:pt>
          <cx:pt idx="3851">83</cx:pt>
          <cx:pt idx="3852">79</cx:pt>
          <cx:pt idx="3853">76</cx:pt>
          <cx:pt idx="3854">20</cx:pt>
          <cx:pt idx="3855">61</cx:pt>
          <cx:pt idx="3856">78</cx:pt>
          <cx:pt idx="3857">21</cx:pt>
          <cx:pt idx="3858">77</cx:pt>
          <cx:pt idx="3859">88</cx:pt>
          <cx:pt idx="3860">64</cx:pt>
          <cx:pt idx="3861">57</cx:pt>
          <cx:pt idx="3862">49</cx:pt>
          <cx:pt idx="3863">35</cx:pt>
          <cx:pt idx="3864">99</cx:pt>
          <cx:pt idx="3865">42</cx:pt>
          <cx:pt idx="3866">32</cx:pt>
          <cx:pt idx="3867">21</cx:pt>
          <cx:pt idx="3868">29</cx:pt>
          <cx:pt idx="3869">64</cx:pt>
          <cx:pt idx="3870">46</cx:pt>
          <cx:pt idx="3871">97</cx:pt>
          <cx:pt idx="3872">94</cx:pt>
          <cx:pt idx="3873">43</cx:pt>
          <cx:pt idx="3874">54</cx:pt>
          <cx:pt idx="3875">51</cx:pt>
          <cx:pt idx="3876">85</cx:pt>
          <cx:pt idx="3877">96</cx:pt>
          <cx:pt idx="3878">42</cx:pt>
          <cx:pt idx="3879">63</cx:pt>
          <cx:pt idx="3880">20</cx:pt>
          <cx:pt idx="3881">25</cx:pt>
          <cx:pt idx="3882">95</cx:pt>
          <cx:pt idx="3883">38</cx:pt>
          <cx:pt idx="3884">29</cx:pt>
          <cx:pt idx="3885">64</cx:pt>
          <cx:pt idx="3886">92</cx:pt>
          <cx:pt idx="3887">34</cx:pt>
          <cx:pt idx="3888">69</cx:pt>
          <cx:pt idx="3889">65</cx:pt>
          <cx:pt idx="3890">81</cx:pt>
          <cx:pt idx="3891">30</cx:pt>
          <cx:pt idx="3892">86</cx:pt>
          <cx:pt idx="3893">64</cx:pt>
          <cx:pt idx="3894">78</cx:pt>
          <cx:pt idx="3895">28</cx:pt>
          <cx:pt idx="3896">49</cx:pt>
          <cx:pt idx="3897">33</cx:pt>
          <cx:pt idx="3898">77</cx:pt>
          <cx:pt idx="3899">81</cx:pt>
        </cx:lvl>
      </cx:numDim>
    </cx:data>
  </cx:chartData>
  <cx:chart>
    <cx:title pos="t" align="ctr" overlay="0">
      <cx:tx>
        <cx:txData>
          <cx:v>Box plot of Purchase Amount by Gender</cx:v>
        </cx:txData>
      </cx:tx>
      <cx:txPr>
        <a:bodyPr spcFirstLastPara="1" vertOverflow="ellipsis" horzOverflow="overflow" wrap="square" lIns="0" tIns="0" rIns="0" bIns="0" anchor="ctr" anchorCtr="1"/>
        <a:lstStyle/>
        <a:p>
          <a:pPr algn="ctr" rtl="0">
            <a:defRPr sz="1100"/>
          </a:pPr>
          <a:r>
            <a:rPr lang="en-US" sz="1600" b="0" i="0" u="none" strike="noStrike" baseline="0" dirty="0">
              <a:solidFill>
                <a:sysClr val="windowText" lastClr="000000">
                  <a:lumMod val="65000"/>
                  <a:lumOff val="35000"/>
                </a:sysClr>
              </a:solidFill>
              <a:latin typeface="Aptos Narrow" panose="02110004020202020204"/>
            </a:rPr>
            <a:t>Box plot of Purchase Amount by Gender</a:t>
          </a:r>
        </a:p>
      </cx:txPr>
    </cx:title>
    <cx:plotArea>
      <cx:plotAreaRegion>
        <cx:series layoutId="boxWhisker" uniqueId="{F9BD66A3-05BA-46CA-8942-BC7ACA5F1638}">
          <cx:tx>
            <cx:txData>
              <cx:f>'shopping_behavior_updated (1)'!$F$1</cx:f>
              <cx:v>Purchase Amount (USD)</cx:v>
            </cx:txData>
          </cx:tx>
          <cx:dataId val="0"/>
          <cx:layoutPr>
            <cx:visibility meanLine="1" meanMarker="1"/>
            <cx:statistics quartileMethod="exclusive"/>
          </cx:layoutPr>
        </cx:series>
      </cx:plotAreaRegion>
      <cx:axis id="0">
        <cx:catScaling gapWidth="1"/>
        <cx:title>
          <cx:tx>
            <cx:txData>
              <cx:v>Gender</cx:v>
            </cx:txData>
          </cx:tx>
          <cx:txPr>
            <a:bodyPr spcFirstLastPara="1" vertOverflow="ellipsis" horzOverflow="overflow" wrap="square" lIns="0" tIns="0" rIns="0" bIns="0" anchor="ctr" anchorCtr="1"/>
            <a:lstStyle/>
            <a:p>
              <a:pPr algn="ctr" rtl="0">
                <a:defRPr sz="1100"/>
              </a:pPr>
              <a:r>
                <a:rPr lang="en-US" sz="1400" b="0" i="0" u="none" strike="noStrike" baseline="0">
                  <a:solidFill>
                    <a:sysClr val="windowText" lastClr="000000">
                      <a:lumMod val="65000"/>
                      <a:lumOff val="35000"/>
                    </a:sysClr>
                  </a:solidFill>
                  <a:latin typeface="Aptos Narrow" panose="02110004020202020204"/>
                </a:rPr>
                <a:t>Gender</a:t>
              </a:r>
            </a:p>
          </cx:txPr>
        </cx:title>
        <cx:tickLabels/>
        <cx:txPr>
          <a:bodyPr vertOverflow="overflow" horzOverflow="overflow" wrap="square" lIns="0" tIns="0" rIns="0" bIns="0"/>
          <a:lstStyle/>
          <a:p>
            <a:pPr algn="ctr" rtl="0">
              <a:defRPr sz="1100" b="0" i="0">
                <a:solidFill>
                  <a:srgbClr val="595959"/>
                </a:solidFill>
                <a:latin typeface="Aptos Narrow" panose="020B0004020202020204" pitchFamily="34" charset="0"/>
                <a:ea typeface="Aptos Narrow" panose="020B0004020202020204" pitchFamily="34" charset="0"/>
                <a:cs typeface="Aptos Narrow" panose="020B0004020202020204" pitchFamily="34" charset="0"/>
              </a:defRPr>
            </a:pPr>
            <a:endParaRPr lang="en-US" sz="1100"/>
          </a:p>
        </cx:txPr>
      </cx:axis>
      <cx:axis id="1">
        <cx:valScaling/>
        <cx:title>
          <cx:tx>
            <cx:txData>
              <cx:v>Purchase Amount</cx:v>
            </cx:txData>
          </cx:tx>
          <cx:txPr>
            <a:bodyPr spcFirstLastPara="1" vertOverflow="ellipsis" horzOverflow="overflow" wrap="square" lIns="0" tIns="0" rIns="0" bIns="0" anchor="ctr" anchorCtr="1"/>
            <a:lstStyle/>
            <a:p>
              <a:pPr algn="ctr" rtl="0">
                <a:defRPr sz="1100"/>
              </a:pPr>
              <a:r>
                <a:rPr lang="en-US" sz="1200" b="0" i="0" u="none" strike="noStrike" baseline="0">
                  <a:solidFill>
                    <a:sysClr val="windowText" lastClr="000000">
                      <a:lumMod val="65000"/>
                      <a:lumOff val="35000"/>
                    </a:sysClr>
                  </a:solidFill>
                  <a:latin typeface="Aptos Narrow" panose="02110004020202020204"/>
                </a:rPr>
                <a:t>Purchase Amount</a:t>
              </a:r>
            </a:p>
          </cx:txPr>
        </cx:title>
        <cx:tickLabels/>
        <cx:txPr>
          <a:bodyPr vertOverflow="overflow" horzOverflow="overflow" wrap="square" lIns="0" tIns="0" rIns="0" bIns="0"/>
          <a:lstStyle/>
          <a:p>
            <a:pPr algn="ctr" rtl="0">
              <a:defRPr sz="1100" b="0" i="0">
                <a:solidFill>
                  <a:srgbClr val="595959"/>
                </a:solidFill>
                <a:latin typeface="Aptos Narrow" panose="020B0004020202020204" pitchFamily="34" charset="0"/>
                <a:ea typeface="Aptos Narrow" panose="020B0004020202020204" pitchFamily="34" charset="0"/>
                <a:cs typeface="Aptos Narrow" panose="020B0004020202020204" pitchFamily="34" charset="0"/>
              </a:defRPr>
            </a:pPr>
            <a:endParaRPr lang="en-US" sz="1100"/>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73">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5BDCE9-7767-41A6-8210-E0DD36CAC16D}"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0D897-4B1D-4EA9-9658-B5FBAAD0046D}" type="slidenum">
              <a:rPr lang="en-US" smtClean="0"/>
              <a:t>‹#›</a:t>
            </a:fld>
            <a:endParaRPr lang="en-US"/>
          </a:p>
        </p:txBody>
      </p:sp>
    </p:spTree>
    <p:extLst>
      <p:ext uri="{BB962C8B-B14F-4D97-AF65-F5344CB8AC3E}">
        <p14:creationId xmlns:p14="http://schemas.microsoft.com/office/powerpoint/2010/main" val="157179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B0D897-4B1D-4EA9-9658-B5FBAAD0046D}" type="slidenum">
              <a:rPr lang="en-US" smtClean="0"/>
              <a:t>2</a:t>
            </a:fld>
            <a:endParaRPr lang="en-US"/>
          </a:p>
        </p:txBody>
      </p:sp>
    </p:spTree>
    <p:extLst>
      <p:ext uri="{BB962C8B-B14F-4D97-AF65-F5344CB8AC3E}">
        <p14:creationId xmlns:p14="http://schemas.microsoft.com/office/powerpoint/2010/main" val="15578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78E4-94C6-0208-6DB4-D43950CDA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C79424-9A69-0317-6C03-0FA9E4BB6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70A002-A06A-EC4C-9625-008839DCE41E}"/>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148A58F9-FB34-F7B3-2212-0501D8FF1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18E1C-1A29-3BD9-28C9-B397DF8FC83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4141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E841-0F04-2DF1-CC64-08BB539AA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69FD73-7CAA-15D7-8833-C81FA1295F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10031-9BF4-F524-95F7-6BD5CCE3CB83}"/>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4B6D2F7C-61AD-44F4-07D7-E37894662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2930-5645-664F-7CFB-1A551C30906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058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F497-E1F7-3675-1AC5-510D390F81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9F47B-704F-AD3B-2B66-1FD0D65834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33648-8B18-23B7-9621-C1D1B3A8D7A9}"/>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4529A776-B2D2-57C9-1093-7870C33A94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FF7E7-DB65-4B06-AF6A-755F0CC4675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24679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A9CA-50DB-614A-1A2E-DD3B09ED04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92DB55-5D94-31CD-E1BA-C686D61BF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32C8B9-DA5E-96D7-87BB-CA21CD4E9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908E3B-F9FE-9E89-8304-DE8042E486DD}"/>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6" name="Footer Placeholder 5">
            <a:extLst>
              <a:ext uri="{FF2B5EF4-FFF2-40B4-BE49-F238E27FC236}">
                <a16:creationId xmlns:a16="http://schemas.microsoft.com/office/drawing/2014/main" id="{DE3F5BA8-9A5A-9326-5758-C18CBEAE6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998E4-1DA6-8A52-4E02-C92F3066249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63609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CCC-D0F3-ABF7-AFC2-494F1D199A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A3EA47-4E34-B4AE-DFF3-615E55722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7BF68-2EBD-23B1-FCDF-72E6598F36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A437AF-6236-F0FA-179F-87A26F865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826C4-FB72-2B6C-65FA-F521C014C3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F7EA5-83FD-668A-B927-296D69D37E44}"/>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8" name="Footer Placeholder 7">
            <a:extLst>
              <a:ext uri="{FF2B5EF4-FFF2-40B4-BE49-F238E27FC236}">
                <a16:creationId xmlns:a16="http://schemas.microsoft.com/office/drawing/2014/main" id="{B362DEE1-5CB9-4D5F-534A-6657FA8723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CE262-F0B8-32C9-DF5C-3250752A126D}"/>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4160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0A52-0811-E240-2ED0-D1BB9E05CC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7E351D-BB06-394B-AC00-90BA643DD608}"/>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4" name="Footer Placeholder 3">
            <a:extLst>
              <a:ext uri="{FF2B5EF4-FFF2-40B4-BE49-F238E27FC236}">
                <a16:creationId xmlns:a16="http://schemas.microsoft.com/office/drawing/2014/main" id="{1BC2224B-9A9F-1F61-A4D0-BF4291421E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B3A3F4-F2B9-E1CE-1875-59AF33149FA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99909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0C23D-A8F3-05EF-8EE2-CE43483DA9BA}"/>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3" name="Footer Placeholder 2">
            <a:extLst>
              <a:ext uri="{FF2B5EF4-FFF2-40B4-BE49-F238E27FC236}">
                <a16:creationId xmlns:a16="http://schemas.microsoft.com/office/drawing/2014/main" id="{7F8ACA4C-672F-EB8F-E6D0-857DF045F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FE54AE-96B9-9508-3219-56C4066887D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5982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D49C-136E-7C91-FDA0-48ED28D6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920143-4027-E5D5-847E-59DE57C20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59F61E-229A-5E7D-5B4E-A1C8B529D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8892C-000C-CC29-0088-1C8026F65E70}"/>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6" name="Footer Placeholder 5">
            <a:extLst>
              <a:ext uri="{FF2B5EF4-FFF2-40B4-BE49-F238E27FC236}">
                <a16:creationId xmlns:a16="http://schemas.microsoft.com/office/drawing/2014/main" id="{CA0DAB9C-491C-4104-0399-D101D7C480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98EB-0326-3B04-7B20-6F06E0E8E0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35233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3D29-721C-7C9D-2F3A-13087A112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F283DF-AD57-034E-EA4B-572D9AC17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B1E938-7B08-F03B-9F32-72A7AD54F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88A649-FAD0-A0AB-9ACD-46B9B3DD9386}"/>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6" name="Footer Placeholder 5">
            <a:extLst>
              <a:ext uri="{FF2B5EF4-FFF2-40B4-BE49-F238E27FC236}">
                <a16:creationId xmlns:a16="http://schemas.microsoft.com/office/drawing/2014/main" id="{C3CCA34A-B15E-B3A0-DA64-016B125ABC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BB299-6B7D-A576-1EF0-DAB3A6EE9F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13721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A670-5722-FB23-8E69-2A42B9577F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C0DC9-8E57-C006-75DD-A973A71FBE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10F5A-AA1F-6A06-A353-173552009E15}"/>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AE757A4F-6AB3-F0D7-6697-38798986C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BEB094-AAB9-82DB-3BC8-2D6B9EA78119}"/>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14573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EAF20B-33BB-1731-EF38-117BF387E8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2BFD3-14E2-502E-CE8A-0B59E8EC8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921B9-37DA-F843-3AF4-3F73E9CA47A7}"/>
              </a:ext>
            </a:extLst>
          </p:cNvPr>
          <p:cNvSpPr>
            <a:spLocks noGrp="1"/>
          </p:cNvSpPr>
          <p:nvPr>
            <p:ph type="dt" sz="half" idx="10"/>
          </p:nvPr>
        </p:nvSpPr>
        <p:spPr/>
        <p:txBody>
          <a:body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49A5CAE8-820B-33F6-5A4E-8E2165117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60487-D3AB-589D-2D5E-61664C0340C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26778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34AC8-30C2-B598-28B7-51100FC2A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8484E3-8759-02A1-0325-BA22AA938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65ADC-EA12-5B3B-E42D-E8619370C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90B68-90BC-41A7-8C66-2C86ECFC29D1}" type="datetimeFigureOut">
              <a:rPr lang="en-US" smtClean="0"/>
              <a:t>2/13/2026</a:t>
            </a:fld>
            <a:endParaRPr lang="en-US"/>
          </a:p>
        </p:txBody>
      </p:sp>
      <p:sp>
        <p:nvSpPr>
          <p:cNvPr id="5" name="Footer Placeholder 4">
            <a:extLst>
              <a:ext uri="{FF2B5EF4-FFF2-40B4-BE49-F238E27FC236}">
                <a16:creationId xmlns:a16="http://schemas.microsoft.com/office/drawing/2014/main" id="{FDA9A1C0-D26A-47D1-C2C5-74E31FF8FE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FA898D-2F74-2260-5CAC-07A25F7909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E94FC-C976-47DB-AF10-00130952DF42}" type="slidenum">
              <a:rPr lang="en-US" smtClean="0"/>
              <a:t>‹#›</a:t>
            </a:fld>
            <a:endParaRPr lang="en-US"/>
          </a:p>
        </p:txBody>
      </p:sp>
    </p:spTree>
    <p:extLst>
      <p:ext uri="{BB962C8B-B14F-4D97-AF65-F5344CB8AC3E}">
        <p14:creationId xmlns:p14="http://schemas.microsoft.com/office/powerpoint/2010/main" val="592122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4/relationships/chartEx" Target="../charts/chartEx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98ED2-08AC-424F-36D5-5E2AB797FAF3}"/>
              </a:ext>
            </a:extLst>
          </p:cNvPr>
          <p:cNvSpPr>
            <a:spLocks noGrp="1"/>
          </p:cNvSpPr>
          <p:nvPr>
            <p:ph type="ctrTitle"/>
          </p:nvPr>
        </p:nvSpPr>
        <p:spPr>
          <a:xfrm>
            <a:off x="1386865" y="818984"/>
            <a:ext cx="6596245" cy="3268520"/>
          </a:xfrm>
        </p:spPr>
        <p:txBody>
          <a:bodyPr>
            <a:normAutofit/>
          </a:bodyPr>
          <a:lstStyle/>
          <a:p>
            <a:pPr algn="r"/>
            <a:r>
              <a:rPr lang="en-US" sz="4800" b="1">
                <a:solidFill>
                  <a:srgbClr val="FFFFFF"/>
                </a:solidFill>
              </a:rPr>
              <a:t>MSDS670_X40_Data Visualization</a:t>
            </a:r>
            <a:br>
              <a:rPr lang="en-US" sz="4800" b="1">
                <a:solidFill>
                  <a:srgbClr val="FFFFFF"/>
                </a:solidFill>
              </a:rPr>
            </a:br>
            <a:r>
              <a:rPr lang="en-US" sz="4800" b="1">
                <a:solidFill>
                  <a:srgbClr val="FFFFFF"/>
                </a:solidFill>
              </a:rPr>
              <a:t>Regis University</a:t>
            </a:r>
            <a:endParaRPr lang="en-US" sz="480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DCBC2B6-3355-C804-7288-D09406F35CBB}"/>
              </a:ext>
            </a:extLst>
          </p:cNvPr>
          <p:cNvSpPr>
            <a:spLocks noGrp="1"/>
          </p:cNvSpPr>
          <p:nvPr>
            <p:ph type="subTitle" idx="1"/>
          </p:nvPr>
        </p:nvSpPr>
        <p:spPr>
          <a:xfrm>
            <a:off x="1931874" y="4797188"/>
            <a:ext cx="6051236" cy="1241828"/>
          </a:xfrm>
        </p:spPr>
        <p:txBody>
          <a:bodyPr>
            <a:normAutofit/>
          </a:bodyPr>
          <a:lstStyle/>
          <a:p>
            <a:pPr algn="r"/>
            <a:r>
              <a:rPr lang="en-US" dirty="0">
                <a:solidFill>
                  <a:srgbClr val="FFFFFF"/>
                </a:solidFill>
              </a:rPr>
              <a:t>Week 4 Mid-Term Project: </a:t>
            </a:r>
          </a:p>
          <a:p>
            <a:pPr algn="r"/>
            <a:r>
              <a:rPr lang="en-US" dirty="0">
                <a:solidFill>
                  <a:srgbClr val="FFFFFF"/>
                </a:solidFill>
              </a:rPr>
              <a:t>Ilse Severance</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868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8D15-CE45-7B4D-70BA-AEFBE21B8729}"/>
              </a:ext>
            </a:extLst>
          </p:cNvPr>
          <p:cNvSpPr>
            <a:spLocks noGrp="1"/>
          </p:cNvSpPr>
          <p:nvPr>
            <p:ph type="title"/>
          </p:nvPr>
        </p:nvSpPr>
        <p:spPr>
          <a:xfrm>
            <a:off x="838200" y="283496"/>
            <a:ext cx="10515600" cy="795081"/>
          </a:xfrm>
        </p:spPr>
        <p:txBody>
          <a:bodyPr/>
          <a:lstStyle/>
          <a:p>
            <a:r>
              <a:rPr lang="en-US" dirty="0"/>
              <a:t>Introduction</a:t>
            </a:r>
          </a:p>
        </p:txBody>
      </p:sp>
      <p:sp>
        <p:nvSpPr>
          <p:cNvPr id="3" name="Content Placeholder 2">
            <a:extLst>
              <a:ext uri="{FF2B5EF4-FFF2-40B4-BE49-F238E27FC236}">
                <a16:creationId xmlns:a16="http://schemas.microsoft.com/office/drawing/2014/main" id="{5C4B7420-3111-C898-AE7A-292A1F1F43C8}"/>
              </a:ext>
            </a:extLst>
          </p:cNvPr>
          <p:cNvSpPr>
            <a:spLocks noGrp="1"/>
          </p:cNvSpPr>
          <p:nvPr>
            <p:ph idx="1"/>
          </p:nvPr>
        </p:nvSpPr>
        <p:spPr>
          <a:xfrm>
            <a:off x="838200" y="1160206"/>
            <a:ext cx="10515600" cy="2064775"/>
          </a:xfrm>
        </p:spPr>
        <p:txBody>
          <a:bodyPr>
            <a:normAutofit/>
          </a:bodyPr>
          <a:lstStyle/>
          <a:p>
            <a:pPr marL="0" indent="0">
              <a:buNone/>
            </a:pPr>
            <a:r>
              <a:rPr lang="en-US" dirty="0"/>
              <a:t>During this analysis, we aim to understand how the dataset’s bias toward male customers may mislead overall revenue comparisons. Therefore, before making strategic decisions, we need to determine whether this gender imbalance affects spending behavior, or if it is simply a matter of customer volume. </a:t>
            </a:r>
          </a:p>
        </p:txBody>
      </p:sp>
      <p:graphicFrame>
        <p:nvGraphicFramePr>
          <p:cNvPr id="6" name="Chart 5">
            <a:extLst>
              <a:ext uri="{FF2B5EF4-FFF2-40B4-BE49-F238E27FC236}">
                <a16:creationId xmlns:a16="http://schemas.microsoft.com/office/drawing/2014/main" id="{C8B1476E-B51B-0342-3DA3-1038AED61337}"/>
              </a:ext>
            </a:extLst>
          </p:cNvPr>
          <p:cNvGraphicFramePr>
            <a:graphicFrameLocks/>
          </p:cNvGraphicFramePr>
          <p:nvPr>
            <p:extLst>
              <p:ext uri="{D42A27DB-BD31-4B8C-83A1-F6EECF244321}">
                <p14:modId xmlns:p14="http://schemas.microsoft.com/office/powerpoint/2010/main" val="952605797"/>
              </p:ext>
            </p:extLst>
          </p:nvPr>
        </p:nvGraphicFramePr>
        <p:xfrm>
          <a:off x="2783374" y="3339563"/>
          <a:ext cx="6625252" cy="32852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45178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EA43A-966F-4A48-3BB9-3B1F7ED9A289}"/>
              </a:ext>
            </a:extLst>
          </p:cNvPr>
          <p:cNvSpPr>
            <a:spLocks noGrp="1"/>
          </p:cNvSpPr>
          <p:nvPr>
            <p:ph type="title"/>
          </p:nvPr>
        </p:nvSpPr>
        <p:spPr>
          <a:xfrm>
            <a:off x="838200" y="365126"/>
            <a:ext cx="10515600" cy="962230"/>
          </a:xfrm>
        </p:spPr>
        <p:txBody>
          <a:bodyPr/>
          <a:lstStyle/>
          <a:p>
            <a:r>
              <a:rPr lang="en-US" dirty="0"/>
              <a:t>Distribution of Purchase Amount by Gender</a:t>
            </a:r>
          </a:p>
        </p:txBody>
      </p:sp>
      <p:sp>
        <p:nvSpPr>
          <p:cNvPr id="3" name="Content Placeholder 2">
            <a:extLst>
              <a:ext uri="{FF2B5EF4-FFF2-40B4-BE49-F238E27FC236}">
                <a16:creationId xmlns:a16="http://schemas.microsoft.com/office/drawing/2014/main" id="{93C492C6-B8B5-7993-AA71-87BE6B275218}"/>
              </a:ext>
            </a:extLst>
          </p:cNvPr>
          <p:cNvSpPr>
            <a:spLocks noGrp="1"/>
          </p:cNvSpPr>
          <p:nvPr>
            <p:ph idx="1"/>
          </p:nvPr>
        </p:nvSpPr>
        <p:spPr>
          <a:xfrm>
            <a:off x="7049729" y="2246312"/>
            <a:ext cx="4778478" cy="3509964"/>
          </a:xfrm>
        </p:spPr>
        <p:txBody>
          <a:bodyPr>
            <a:normAutofit/>
          </a:bodyPr>
          <a:lstStyle/>
          <a:p>
            <a:r>
              <a:rPr lang="en-US" sz="2400" dirty="0"/>
              <a:t>The average purchase amount shows minimal differences between genders.</a:t>
            </a:r>
          </a:p>
          <a:p>
            <a:r>
              <a:rPr lang="en-US" sz="2400" dirty="0"/>
              <a:t>Per-transaction spending remains consistent regardless of gender.</a:t>
            </a:r>
          </a:p>
          <a:p>
            <a:r>
              <a:rPr lang="en-US" sz="2400" dirty="0"/>
              <a:t>Gender differences affect purchase volume, not the amount spent per transaction.</a:t>
            </a:r>
          </a:p>
        </p:txBody>
      </p:sp>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F500BA66-99A0-CC9F-90FB-1E2ADAB9AC00}"/>
                  </a:ext>
                </a:extLst>
              </p:cNvPr>
              <p:cNvGraphicFramePr/>
              <p:nvPr>
                <p:extLst>
                  <p:ext uri="{D42A27DB-BD31-4B8C-83A1-F6EECF244321}">
                    <p14:modId xmlns:p14="http://schemas.microsoft.com/office/powerpoint/2010/main" val="729583871"/>
                  </p:ext>
                </p:extLst>
              </p:nvPr>
            </p:nvGraphicFramePr>
            <p:xfrm>
              <a:off x="264778" y="2246312"/>
              <a:ext cx="6510339" cy="350996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F500BA66-99A0-CC9F-90FB-1E2ADAB9AC00}"/>
                  </a:ext>
                </a:extLst>
              </p:cNvPr>
              <p:cNvPicPr>
                <a:picLocks noGrp="1" noRot="1" noChangeAspect="1" noMove="1" noResize="1" noEditPoints="1" noAdjustHandles="1" noChangeArrowheads="1" noChangeShapeType="1"/>
              </p:cNvPicPr>
              <p:nvPr/>
            </p:nvPicPr>
            <p:blipFill>
              <a:blip r:embed="rId3"/>
              <a:stretch>
                <a:fillRect/>
              </a:stretch>
            </p:blipFill>
            <p:spPr>
              <a:xfrm>
                <a:off x="264778" y="2246312"/>
                <a:ext cx="6510339" cy="3509964"/>
              </a:xfrm>
              <a:prstGeom prst="rect">
                <a:avLst/>
              </a:prstGeom>
            </p:spPr>
          </p:pic>
        </mc:Fallback>
      </mc:AlternateContent>
    </p:spTree>
    <p:extLst>
      <p:ext uri="{BB962C8B-B14F-4D97-AF65-F5344CB8AC3E}">
        <p14:creationId xmlns:p14="http://schemas.microsoft.com/office/powerpoint/2010/main" val="77652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E82F7-C0E7-FB77-C77C-186F53FF9A1E}"/>
              </a:ext>
            </a:extLst>
          </p:cNvPr>
          <p:cNvSpPr>
            <a:spLocks noGrp="1"/>
          </p:cNvSpPr>
          <p:nvPr>
            <p:ph type="title"/>
          </p:nvPr>
        </p:nvSpPr>
        <p:spPr/>
        <p:txBody>
          <a:bodyPr/>
          <a:lstStyle/>
          <a:p>
            <a:r>
              <a:rPr lang="en-US" dirty="0"/>
              <a:t>Purchase Frequency and Average Amount by Gender</a:t>
            </a:r>
          </a:p>
        </p:txBody>
      </p:sp>
      <p:sp>
        <p:nvSpPr>
          <p:cNvPr id="3" name="Content Placeholder 2">
            <a:extLst>
              <a:ext uri="{FF2B5EF4-FFF2-40B4-BE49-F238E27FC236}">
                <a16:creationId xmlns:a16="http://schemas.microsoft.com/office/drawing/2014/main" id="{87E2E004-D3A4-1CC2-DE4A-C961EFEBA523}"/>
              </a:ext>
            </a:extLst>
          </p:cNvPr>
          <p:cNvSpPr>
            <a:spLocks noGrp="1"/>
          </p:cNvSpPr>
          <p:nvPr>
            <p:ph idx="1"/>
          </p:nvPr>
        </p:nvSpPr>
        <p:spPr>
          <a:xfrm>
            <a:off x="7620000" y="2061650"/>
            <a:ext cx="4314134" cy="3867430"/>
          </a:xfrm>
        </p:spPr>
        <p:txBody>
          <a:bodyPr>
            <a:normAutofit/>
          </a:bodyPr>
          <a:lstStyle/>
          <a:p>
            <a:r>
              <a:rPr lang="en-US" sz="2400" dirty="0"/>
              <a:t>Overall spending differences are influenced more by purchase frequency than by gender itself.</a:t>
            </a:r>
          </a:p>
          <a:p>
            <a:r>
              <a:rPr lang="en-US" sz="2400" dirty="0"/>
              <a:t>Males tend to spend slightly more due to making purchases more frequently.</a:t>
            </a:r>
          </a:p>
          <a:p>
            <a:r>
              <a:rPr lang="en-US" sz="2400" dirty="0"/>
              <a:t>Females generally spend more per transaction but shop less often.</a:t>
            </a:r>
          </a:p>
        </p:txBody>
      </p:sp>
      <p:graphicFrame>
        <p:nvGraphicFramePr>
          <p:cNvPr id="4" name="Chart 3">
            <a:extLst>
              <a:ext uri="{FF2B5EF4-FFF2-40B4-BE49-F238E27FC236}">
                <a16:creationId xmlns:a16="http://schemas.microsoft.com/office/drawing/2014/main" id="{60CF7496-5285-4218-3CA1-35C60162A44D}"/>
              </a:ext>
            </a:extLst>
          </p:cNvPr>
          <p:cNvGraphicFramePr>
            <a:graphicFrameLocks/>
          </p:cNvGraphicFramePr>
          <p:nvPr>
            <p:extLst>
              <p:ext uri="{D42A27DB-BD31-4B8C-83A1-F6EECF244321}">
                <p14:modId xmlns:p14="http://schemas.microsoft.com/office/powerpoint/2010/main" val="3299413047"/>
              </p:ext>
            </p:extLst>
          </p:nvPr>
        </p:nvGraphicFramePr>
        <p:xfrm>
          <a:off x="257866" y="2061650"/>
          <a:ext cx="7362134" cy="41720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353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FE557-ED0F-3A51-5431-D90994C3F63A}"/>
              </a:ext>
            </a:extLst>
          </p:cNvPr>
          <p:cNvSpPr>
            <a:spLocks noGrp="1"/>
          </p:cNvSpPr>
          <p:nvPr>
            <p:ph type="title"/>
          </p:nvPr>
        </p:nvSpPr>
        <p:spPr>
          <a:xfrm>
            <a:off x="838200" y="365126"/>
            <a:ext cx="10515600" cy="1237532"/>
          </a:xfrm>
        </p:spPr>
        <p:txBody>
          <a:bodyPr>
            <a:normAutofit fontScale="90000"/>
          </a:bodyPr>
          <a:lstStyle/>
          <a:p>
            <a:r>
              <a:rPr lang="en-US" dirty="0"/>
              <a:t>Average Purchase Amount by Category and Gender</a:t>
            </a:r>
          </a:p>
        </p:txBody>
      </p:sp>
      <p:sp>
        <p:nvSpPr>
          <p:cNvPr id="3" name="Content Placeholder 2">
            <a:extLst>
              <a:ext uri="{FF2B5EF4-FFF2-40B4-BE49-F238E27FC236}">
                <a16:creationId xmlns:a16="http://schemas.microsoft.com/office/drawing/2014/main" id="{8814118A-790F-FB66-9A2C-786500761FBA}"/>
              </a:ext>
            </a:extLst>
          </p:cNvPr>
          <p:cNvSpPr>
            <a:spLocks noGrp="1"/>
          </p:cNvSpPr>
          <p:nvPr>
            <p:ph idx="1"/>
          </p:nvPr>
        </p:nvSpPr>
        <p:spPr>
          <a:xfrm>
            <a:off x="7631907" y="2256388"/>
            <a:ext cx="4404851" cy="3910294"/>
          </a:xfrm>
        </p:spPr>
        <p:txBody>
          <a:bodyPr>
            <a:normAutofit/>
          </a:bodyPr>
          <a:lstStyle/>
          <a:p>
            <a:r>
              <a:rPr lang="en-US" sz="2400" dirty="0"/>
              <a:t>Purchase amount differences between genders are minimal across most categories.</a:t>
            </a:r>
          </a:p>
          <a:p>
            <a:r>
              <a:rPr lang="en-US" sz="2400" dirty="0"/>
              <a:t>The only noticeable variation appears in the Outwear category.</a:t>
            </a:r>
          </a:p>
          <a:p>
            <a:r>
              <a:rPr lang="en-US" sz="2400" dirty="0"/>
              <a:t>However, the small difference of ~ 2 dollars indicates no meaningful gender-based spending gap.</a:t>
            </a:r>
          </a:p>
        </p:txBody>
      </p:sp>
      <p:graphicFrame>
        <p:nvGraphicFramePr>
          <p:cNvPr id="5" name="Chart 4">
            <a:extLst>
              <a:ext uri="{FF2B5EF4-FFF2-40B4-BE49-F238E27FC236}">
                <a16:creationId xmlns:a16="http://schemas.microsoft.com/office/drawing/2014/main" id="{953BD58A-849A-286B-A0E0-49C7E9C3242A}"/>
              </a:ext>
            </a:extLst>
          </p:cNvPr>
          <p:cNvGraphicFramePr>
            <a:graphicFrameLocks/>
          </p:cNvGraphicFramePr>
          <p:nvPr>
            <p:extLst>
              <p:ext uri="{D42A27DB-BD31-4B8C-83A1-F6EECF244321}">
                <p14:modId xmlns:p14="http://schemas.microsoft.com/office/powerpoint/2010/main" val="2025735265"/>
              </p:ext>
            </p:extLst>
          </p:nvPr>
        </p:nvGraphicFramePr>
        <p:xfrm>
          <a:off x="155242" y="2256388"/>
          <a:ext cx="7339013" cy="39102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09053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2C93-549A-6A9A-FE7A-5E76042226CD}"/>
              </a:ext>
            </a:extLst>
          </p:cNvPr>
          <p:cNvSpPr>
            <a:spLocks noGrp="1"/>
          </p:cNvSpPr>
          <p:nvPr>
            <p:ph type="title"/>
          </p:nvPr>
        </p:nvSpPr>
        <p:spPr/>
        <p:txBody>
          <a:bodyPr/>
          <a:lstStyle/>
          <a:p>
            <a:r>
              <a:rPr lang="en-US" dirty="0"/>
              <a:t>Average of Purchase Amount by Discount Applied and Gender</a:t>
            </a:r>
          </a:p>
        </p:txBody>
      </p:sp>
      <p:sp>
        <p:nvSpPr>
          <p:cNvPr id="3" name="Content Placeholder 2">
            <a:extLst>
              <a:ext uri="{FF2B5EF4-FFF2-40B4-BE49-F238E27FC236}">
                <a16:creationId xmlns:a16="http://schemas.microsoft.com/office/drawing/2014/main" id="{B1D2A95D-6545-1C20-9944-64CF207A35ED}"/>
              </a:ext>
            </a:extLst>
          </p:cNvPr>
          <p:cNvSpPr>
            <a:spLocks noGrp="1"/>
          </p:cNvSpPr>
          <p:nvPr>
            <p:ph idx="1"/>
          </p:nvPr>
        </p:nvSpPr>
        <p:spPr>
          <a:xfrm>
            <a:off x="7098890" y="2051447"/>
            <a:ext cx="4825180" cy="3434633"/>
          </a:xfrm>
        </p:spPr>
        <p:txBody>
          <a:bodyPr>
            <a:normAutofit/>
          </a:bodyPr>
          <a:lstStyle/>
          <a:p>
            <a:r>
              <a:rPr lang="en-US" sz="2400" dirty="0"/>
              <a:t>Female customers are less likely to purchase items with discounts.</a:t>
            </a:r>
          </a:p>
          <a:p>
            <a:r>
              <a:rPr lang="en-US" sz="2400" dirty="0"/>
              <a:t>Male customers are more likely to use discounts when shopping.</a:t>
            </a:r>
          </a:p>
          <a:p>
            <a:r>
              <a:rPr lang="en-US" sz="2400" dirty="0"/>
              <a:t>The lower average purchase amount among males suggests discounts influence spending more than gender differences.</a:t>
            </a:r>
          </a:p>
        </p:txBody>
      </p:sp>
      <p:graphicFrame>
        <p:nvGraphicFramePr>
          <p:cNvPr id="4" name="Chart 3">
            <a:extLst>
              <a:ext uri="{FF2B5EF4-FFF2-40B4-BE49-F238E27FC236}">
                <a16:creationId xmlns:a16="http://schemas.microsoft.com/office/drawing/2014/main" id="{DDAF918D-CA84-EC34-3039-63343C36DD27}"/>
              </a:ext>
            </a:extLst>
          </p:cNvPr>
          <p:cNvGraphicFramePr>
            <a:graphicFrameLocks/>
          </p:cNvGraphicFramePr>
          <p:nvPr>
            <p:extLst>
              <p:ext uri="{D42A27DB-BD31-4B8C-83A1-F6EECF244321}">
                <p14:modId xmlns:p14="http://schemas.microsoft.com/office/powerpoint/2010/main" val="239263285"/>
              </p:ext>
            </p:extLst>
          </p:nvPr>
        </p:nvGraphicFramePr>
        <p:xfrm>
          <a:off x="130278" y="2051447"/>
          <a:ext cx="6858000" cy="38996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0323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BFC1-0258-D331-05E4-46B921929B6C}"/>
              </a:ext>
            </a:extLst>
          </p:cNvPr>
          <p:cNvSpPr>
            <a:spLocks noGrp="1"/>
          </p:cNvSpPr>
          <p:nvPr>
            <p:ph type="title"/>
          </p:nvPr>
        </p:nvSpPr>
        <p:spPr>
          <a:xfrm>
            <a:off x="838200" y="365126"/>
            <a:ext cx="10515600" cy="883572"/>
          </a:xfrm>
        </p:spPr>
        <p:txBody>
          <a:bodyPr/>
          <a:lstStyle/>
          <a:p>
            <a:r>
              <a:rPr lang="en-US" dirty="0"/>
              <a:t>Conclusions</a:t>
            </a:r>
          </a:p>
        </p:txBody>
      </p:sp>
      <p:sp>
        <p:nvSpPr>
          <p:cNvPr id="3" name="Content Placeholder 2">
            <a:extLst>
              <a:ext uri="{FF2B5EF4-FFF2-40B4-BE49-F238E27FC236}">
                <a16:creationId xmlns:a16="http://schemas.microsoft.com/office/drawing/2014/main" id="{2EE8AF52-8D48-70B6-0E4E-26B38BC36355}"/>
              </a:ext>
            </a:extLst>
          </p:cNvPr>
          <p:cNvSpPr>
            <a:spLocks noGrp="1"/>
          </p:cNvSpPr>
          <p:nvPr>
            <p:ph idx="1"/>
          </p:nvPr>
        </p:nvSpPr>
        <p:spPr>
          <a:xfrm>
            <a:off x="838200" y="1248698"/>
            <a:ext cx="10515600" cy="4928265"/>
          </a:xfrm>
        </p:spPr>
        <p:txBody>
          <a:bodyPr/>
          <a:lstStyle/>
          <a:p>
            <a:pPr marL="0" indent="0">
              <a:buNone/>
            </a:pPr>
            <a:r>
              <a:rPr lang="en-US" dirty="0"/>
              <a:t>The dataset is heavily male influenced, but this does not appear to have an impact in spending behavior. Average purchase amounts and spending distributions are similar across board. </a:t>
            </a:r>
          </a:p>
          <a:p>
            <a:pPr marL="0" indent="0">
              <a:buNone/>
            </a:pPr>
            <a:r>
              <a:rPr lang="en-US" dirty="0"/>
              <a:t>Differences in total revenue are primary due to customer volume, not spending behavior with the primary influence on spending differences being discount usage. </a:t>
            </a:r>
          </a:p>
          <a:p>
            <a:pPr marL="0" indent="0">
              <a:buNone/>
            </a:pPr>
            <a:r>
              <a:rPr lang="en-US" dirty="0"/>
              <a:t>The analysis suggests that marketing and discount strategies should focus on attracting a larger female customer base to increase revenue </a:t>
            </a:r>
          </a:p>
        </p:txBody>
      </p:sp>
    </p:spTree>
    <p:extLst>
      <p:ext uri="{BB962C8B-B14F-4D97-AF65-F5344CB8AC3E}">
        <p14:creationId xmlns:p14="http://schemas.microsoft.com/office/powerpoint/2010/main" val="289388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11154</TotalTime>
  <Words>377</Words>
  <Application>Microsoft Office PowerPoint</Application>
  <PresentationFormat>Widescreen</PresentationFormat>
  <Paragraphs>41</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Aptos Narrow</vt:lpstr>
      <vt:lpstr>Arial</vt:lpstr>
      <vt:lpstr>Office Theme</vt:lpstr>
      <vt:lpstr>MSDS670_X40_Data Visualization Regis University</vt:lpstr>
      <vt:lpstr>Introduction</vt:lpstr>
      <vt:lpstr>Distribution of Purchase Amount by Gender</vt:lpstr>
      <vt:lpstr>Purchase Frequency and Average Amount by Gender</vt:lpstr>
      <vt:lpstr>Average Purchase Amount by Category and Gender</vt:lpstr>
      <vt:lpstr>Average of Purchase Amount by Discount Applied and Gender</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Severance</dc:creator>
  <cp:lastModifiedBy>Nathan Severance</cp:lastModifiedBy>
  <cp:revision>8</cp:revision>
  <dcterms:created xsi:type="dcterms:W3CDTF">2026-01-16T22:09:56Z</dcterms:created>
  <dcterms:modified xsi:type="dcterms:W3CDTF">2026-02-14T23:19:12Z</dcterms:modified>
</cp:coreProperties>
</file>